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ags/tag1.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61" r:id="rId1"/>
  </p:sldMasterIdLst>
  <p:notesMasterIdLst>
    <p:notesMasterId r:id="rId55"/>
  </p:notesMasterIdLst>
  <p:handoutMasterIdLst>
    <p:handoutMasterId r:id="rId56"/>
  </p:handoutMasterIdLst>
  <p:sldIdLst>
    <p:sldId id="302" r:id="rId2"/>
    <p:sldId id="411" r:id="rId3"/>
    <p:sldId id="275" r:id="rId4"/>
    <p:sldId id="655" r:id="rId5"/>
    <p:sldId id="274" r:id="rId6"/>
    <p:sldId id="582" r:id="rId7"/>
    <p:sldId id="551" r:id="rId8"/>
    <p:sldId id="695" r:id="rId9"/>
    <p:sldId id="552" r:id="rId10"/>
    <p:sldId id="559" r:id="rId11"/>
    <p:sldId id="696" r:id="rId12"/>
    <p:sldId id="561" r:id="rId13"/>
    <p:sldId id="562" r:id="rId14"/>
    <p:sldId id="563" r:id="rId15"/>
    <p:sldId id="697" r:id="rId16"/>
    <p:sldId id="570" r:id="rId17"/>
    <p:sldId id="571" r:id="rId18"/>
    <p:sldId id="588" r:id="rId19"/>
    <p:sldId id="626" r:id="rId20"/>
    <p:sldId id="698" r:id="rId21"/>
    <p:sldId id="699" r:id="rId22"/>
    <p:sldId id="554" r:id="rId23"/>
    <p:sldId id="700" r:id="rId24"/>
    <p:sldId id="701" r:id="rId25"/>
    <p:sldId id="580" r:id="rId26"/>
    <p:sldId id="565" r:id="rId27"/>
    <p:sldId id="631" r:id="rId28"/>
    <p:sldId id="633" r:id="rId29"/>
    <p:sldId id="634" r:id="rId30"/>
    <p:sldId id="568" r:id="rId31"/>
    <p:sldId id="702" r:id="rId32"/>
    <p:sldId id="703" r:id="rId33"/>
    <p:sldId id="632" r:id="rId34"/>
    <p:sldId id="630" r:id="rId35"/>
    <p:sldId id="704" r:id="rId36"/>
    <p:sldId id="635" r:id="rId37"/>
    <p:sldId id="589" r:id="rId38"/>
    <p:sldId id="590" r:id="rId39"/>
    <p:sldId id="572" r:id="rId40"/>
    <p:sldId id="705" r:id="rId41"/>
    <p:sldId id="706" r:id="rId42"/>
    <p:sldId id="707" r:id="rId43"/>
    <p:sldId id="708" r:id="rId44"/>
    <p:sldId id="591" r:id="rId45"/>
    <p:sldId id="592" r:id="rId46"/>
    <p:sldId id="593" r:id="rId47"/>
    <p:sldId id="578" r:id="rId48"/>
    <p:sldId id="597" r:id="rId49"/>
    <p:sldId id="566" r:id="rId50"/>
    <p:sldId id="595" r:id="rId51"/>
    <p:sldId id="628" r:id="rId52"/>
    <p:sldId id="306" r:id="rId53"/>
    <p:sldId id="285" r:id="rId54"/>
  </p:sldIdLst>
  <p:sldSz cx="9144000" cy="5143500" type="screen16x9"/>
  <p:notesSz cx="6794500" cy="9906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C2340"/>
    <a:srgbClr val="D9D9D6"/>
    <a:srgbClr val="000000"/>
    <a:srgbClr val="FF06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63" autoAdjust="0"/>
    <p:restoredTop sz="84647" autoAdjust="0"/>
  </p:normalViewPr>
  <p:slideViewPr>
    <p:cSldViewPr snapToGrid="0" snapToObjects="1">
      <p:cViewPr varScale="1">
        <p:scale>
          <a:sx n="191" d="100"/>
          <a:sy n="191" d="100"/>
        </p:scale>
        <p:origin x="1376" y="184"/>
      </p:cViewPr>
      <p:guideLst>
        <p:guide orient="horz" pos="1620"/>
        <p:guide pos="2880"/>
      </p:guideLst>
    </p:cSldViewPr>
  </p:slideViewPr>
  <p:notesTextViewPr>
    <p:cViewPr>
      <p:scale>
        <a:sx n="100" d="100"/>
        <a:sy n="100" d="100"/>
      </p:scale>
      <p:origin x="0" y="0"/>
    </p:cViewPr>
  </p:notesTextViewPr>
  <p:sorterViewPr>
    <p:cViewPr>
      <p:scale>
        <a:sx n="100" d="100"/>
        <a:sy n="100" d="100"/>
      </p:scale>
      <p:origin x="0" y="0"/>
    </p:cViewPr>
  </p:sorterViewPr>
  <p:notesViewPr>
    <p:cSldViewPr snapToGrid="0" snapToObjects="1">
      <p:cViewPr varScale="1">
        <p:scale>
          <a:sx n="119" d="100"/>
          <a:sy n="119" d="100"/>
        </p:scale>
        <p:origin x="5664" y="19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2D3AEA6-DA4A-478A-AB4D-BF89F36E3FAD}" type="doc">
      <dgm:prSet loTypeId="urn:microsoft.com/office/officeart/2005/8/layout/list1" loCatId="list" qsTypeId="urn:microsoft.com/office/officeart/2005/8/quickstyle/simple1" qsCatId="simple" csTypeId="urn:microsoft.com/office/officeart/2005/8/colors/accent3_2" csCatId="accent3" phldr="1"/>
      <dgm:spPr/>
      <dgm:t>
        <a:bodyPr/>
        <a:lstStyle/>
        <a:p>
          <a:endParaRPr lang="en-AU"/>
        </a:p>
      </dgm:t>
    </dgm:pt>
    <dgm:pt modelId="{549F29C1-23B7-4E3F-97D9-0B7799A8C99E}">
      <dgm:prSet/>
      <dgm:spPr/>
      <dgm:t>
        <a:bodyPr/>
        <a:lstStyle/>
        <a:p>
          <a:r>
            <a:rPr lang="en-AU"/>
            <a:t>Review of last week</a:t>
          </a:r>
          <a:endParaRPr lang="en-AU" dirty="0"/>
        </a:p>
      </dgm:t>
    </dgm:pt>
    <dgm:pt modelId="{CF4F681D-5044-4D4E-8E02-123AC21CB800}" type="parTrans" cxnId="{48CC35A3-17BF-405A-925B-E7E44BC8BC91}">
      <dgm:prSet/>
      <dgm:spPr/>
      <dgm:t>
        <a:bodyPr/>
        <a:lstStyle/>
        <a:p>
          <a:endParaRPr lang="en-AU"/>
        </a:p>
      </dgm:t>
    </dgm:pt>
    <dgm:pt modelId="{A7A9CB6A-7BC4-4743-8824-581E910E1D99}" type="sibTrans" cxnId="{48CC35A3-17BF-405A-925B-E7E44BC8BC91}">
      <dgm:prSet/>
      <dgm:spPr/>
      <dgm:t>
        <a:bodyPr/>
        <a:lstStyle/>
        <a:p>
          <a:endParaRPr lang="en-AU"/>
        </a:p>
      </dgm:t>
    </dgm:pt>
    <dgm:pt modelId="{5D30CCCC-7925-FB4E-89C4-C6D4E1714CB8}">
      <dgm:prSet phldrT="[Text]"/>
      <dgm:spPr/>
      <dgm:t>
        <a:bodyPr/>
        <a:lstStyle/>
        <a:p>
          <a:r>
            <a:rPr lang="en-AU" dirty="0"/>
            <a:t>Lo-Fi prototyping</a:t>
          </a:r>
        </a:p>
      </dgm:t>
    </dgm:pt>
    <dgm:pt modelId="{730C5BE6-5404-4646-9759-018A913C9027}" type="parTrans" cxnId="{2FF993B8-A06A-F049-AFBB-C7D4BEFE4D4D}">
      <dgm:prSet/>
      <dgm:spPr/>
      <dgm:t>
        <a:bodyPr/>
        <a:lstStyle/>
        <a:p>
          <a:endParaRPr lang="en-GB"/>
        </a:p>
      </dgm:t>
    </dgm:pt>
    <dgm:pt modelId="{74CFC427-8E4C-A743-B200-947695F51609}" type="sibTrans" cxnId="{2FF993B8-A06A-F049-AFBB-C7D4BEFE4D4D}">
      <dgm:prSet/>
      <dgm:spPr/>
      <dgm:t>
        <a:bodyPr/>
        <a:lstStyle/>
        <a:p>
          <a:endParaRPr lang="en-GB"/>
        </a:p>
      </dgm:t>
    </dgm:pt>
    <dgm:pt modelId="{EFA10979-9627-0341-91AD-A115242807A3}">
      <dgm:prSet phldrT="[Text]"/>
      <dgm:spPr/>
      <dgm:t>
        <a:bodyPr/>
        <a:lstStyle/>
        <a:p>
          <a:r>
            <a:rPr lang="en-AU" dirty="0"/>
            <a:t>Wireframing</a:t>
          </a:r>
        </a:p>
      </dgm:t>
    </dgm:pt>
    <dgm:pt modelId="{B062EF3C-6138-0946-B007-00DD293527C5}" type="parTrans" cxnId="{B78146A7-9E7F-9044-B82A-0C4C0B1871CE}">
      <dgm:prSet/>
      <dgm:spPr/>
      <dgm:t>
        <a:bodyPr/>
        <a:lstStyle/>
        <a:p>
          <a:endParaRPr lang="en-GB"/>
        </a:p>
      </dgm:t>
    </dgm:pt>
    <dgm:pt modelId="{B229F39F-ED98-7249-A0FB-AB6907AC8CF4}" type="sibTrans" cxnId="{B78146A7-9E7F-9044-B82A-0C4C0B1871CE}">
      <dgm:prSet/>
      <dgm:spPr/>
      <dgm:t>
        <a:bodyPr/>
        <a:lstStyle/>
        <a:p>
          <a:endParaRPr lang="en-GB"/>
        </a:p>
      </dgm:t>
    </dgm:pt>
    <dgm:pt modelId="{0A2B19CF-FB35-0A45-BC4C-958BCD8042ED}">
      <dgm:prSet phldrT="[Text]"/>
      <dgm:spPr/>
      <dgm:t>
        <a:bodyPr/>
        <a:lstStyle/>
        <a:p>
          <a:r>
            <a:rPr lang="en-AU" dirty="0"/>
            <a:t>Storyboards</a:t>
          </a:r>
        </a:p>
      </dgm:t>
    </dgm:pt>
    <dgm:pt modelId="{1168F6E3-ADA9-C34E-8D17-BA94A6884145}" type="parTrans" cxnId="{1D4AFE8A-9D9F-9344-AA13-DFD6B9850968}">
      <dgm:prSet/>
      <dgm:spPr/>
      <dgm:t>
        <a:bodyPr/>
        <a:lstStyle/>
        <a:p>
          <a:endParaRPr lang="en-GB"/>
        </a:p>
      </dgm:t>
    </dgm:pt>
    <dgm:pt modelId="{4B5B1429-22E0-DB48-A3AC-76E4CDAE8955}" type="sibTrans" cxnId="{1D4AFE8A-9D9F-9344-AA13-DFD6B9850968}">
      <dgm:prSet/>
      <dgm:spPr/>
      <dgm:t>
        <a:bodyPr/>
        <a:lstStyle/>
        <a:p>
          <a:endParaRPr lang="en-GB"/>
        </a:p>
      </dgm:t>
    </dgm:pt>
    <dgm:pt modelId="{F41DE09A-E1A8-5A42-857A-F1079EA58A38}">
      <dgm:prSet phldrT="[Text]"/>
      <dgm:spPr/>
      <dgm:t>
        <a:bodyPr/>
        <a:lstStyle/>
        <a:p>
          <a:r>
            <a:rPr lang="en-AU" dirty="0"/>
            <a:t>Hi-Fi prototyping</a:t>
          </a:r>
        </a:p>
      </dgm:t>
    </dgm:pt>
    <dgm:pt modelId="{4BBE6850-95CE-B744-81B6-602E25CBB77F}" type="parTrans" cxnId="{BE99C7F3-6C64-E047-892C-1C64AD440FC7}">
      <dgm:prSet/>
      <dgm:spPr/>
      <dgm:t>
        <a:bodyPr/>
        <a:lstStyle/>
        <a:p>
          <a:endParaRPr lang="en-GB"/>
        </a:p>
      </dgm:t>
    </dgm:pt>
    <dgm:pt modelId="{1BE07361-9575-D34F-B551-740CAFC66E98}" type="sibTrans" cxnId="{BE99C7F3-6C64-E047-892C-1C64AD440FC7}">
      <dgm:prSet/>
      <dgm:spPr/>
      <dgm:t>
        <a:bodyPr/>
        <a:lstStyle/>
        <a:p>
          <a:endParaRPr lang="en-GB"/>
        </a:p>
      </dgm:t>
    </dgm:pt>
    <dgm:pt modelId="{73D88E33-412E-4139-970D-F85715EF8754}" type="pres">
      <dgm:prSet presAssocID="{22D3AEA6-DA4A-478A-AB4D-BF89F36E3FAD}" presName="linear" presStyleCnt="0">
        <dgm:presLayoutVars>
          <dgm:dir/>
          <dgm:animLvl val="lvl"/>
          <dgm:resizeHandles val="exact"/>
        </dgm:presLayoutVars>
      </dgm:prSet>
      <dgm:spPr/>
    </dgm:pt>
    <dgm:pt modelId="{0D655891-3C6B-4A23-A4C5-39EF35E85D2F}" type="pres">
      <dgm:prSet presAssocID="{549F29C1-23B7-4E3F-97D9-0B7799A8C99E}" presName="parentLin" presStyleCnt="0"/>
      <dgm:spPr/>
    </dgm:pt>
    <dgm:pt modelId="{8A037261-51D2-40B0-9AD4-8B9B7FCFE05D}" type="pres">
      <dgm:prSet presAssocID="{549F29C1-23B7-4E3F-97D9-0B7799A8C99E}" presName="parentLeftMargin" presStyleLbl="node1" presStyleIdx="0" presStyleCnt="3"/>
      <dgm:spPr/>
    </dgm:pt>
    <dgm:pt modelId="{9A2678EE-0C20-4600-B03D-FEDEE8DA0234}" type="pres">
      <dgm:prSet presAssocID="{549F29C1-23B7-4E3F-97D9-0B7799A8C99E}" presName="parentText" presStyleLbl="node1" presStyleIdx="0" presStyleCnt="3">
        <dgm:presLayoutVars>
          <dgm:chMax val="0"/>
          <dgm:bulletEnabled val="1"/>
        </dgm:presLayoutVars>
      </dgm:prSet>
      <dgm:spPr/>
    </dgm:pt>
    <dgm:pt modelId="{006F18E9-82EF-4D57-A87E-6226CE10C28B}" type="pres">
      <dgm:prSet presAssocID="{549F29C1-23B7-4E3F-97D9-0B7799A8C99E}" presName="negativeSpace" presStyleCnt="0"/>
      <dgm:spPr/>
    </dgm:pt>
    <dgm:pt modelId="{286856CD-CE1D-46B7-B6AF-33BC05A5AC34}" type="pres">
      <dgm:prSet presAssocID="{549F29C1-23B7-4E3F-97D9-0B7799A8C99E}" presName="childText" presStyleLbl="conFgAcc1" presStyleIdx="0" presStyleCnt="3">
        <dgm:presLayoutVars>
          <dgm:bulletEnabled val="1"/>
        </dgm:presLayoutVars>
      </dgm:prSet>
      <dgm:spPr/>
    </dgm:pt>
    <dgm:pt modelId="{6160817E-A814-4085-A433-D2D50F021388}" type="pres">
      <dgm:prSet presAssocID="{A7A9CB6A-7BC4-4743-8824-581E910E1D99}" presName="spaceBetweenRectangles" presStyleCnt="0"/>
      <dgm:spPr/>
    </dgm:pt>
    <dgm:pt modelId="{A6207B98-3236-2A48-A68D-FD9A9039A67E}" type="pres">
      <dgm:prSet presAssocID="{5D30CCCC-7925-FB4E-89C4-C6D4E1714CB8}" presName="parentLin" presStyleCnt="0"/>
      <dgm:spPr/>
    </dgm:pt>
    <dgm:pt modelId="{98EC6E13-330B-AE4D-B8CA-35A2108D795C}" type="pres">
      <dgm:prSet presAssocID="{5D30CCCC-7925-FB4E-89C4-C6D4E1714CB8}" presName="parentLeftMargin" presStyleLbl="node1" presStyleIdx="0" presStyleCnt="3"/>
      <dgm:spPr/>
    </dgm:pt>
    <dgm:pt modelId="{DF79BBCF-531E-9540-8B34-156A0FB9A44B}" type="pres">
      <dgm:prSet presAssocID="{5D30CCCC-7925-FB4E-89C4-C6D4E1714CB8}" presName="parentText" presStyleLbl="node1" presStyleIdx="1" presStyleCnt="3">
        <dgm:presLayoutVars>
          <dgm:chMax val="0"/>
          <dgm:bulletEnabled val="1"/>
        </dgm:presLayoutVars>
      </dgm:prSet>
      <dgm:spPr/>
    </dgm:pt>
    <dgm:pt modelId="{AEEEB34C-DBF0-8241-94D8-819E887E8480}" type="pres">
      <dgm:prSet presAssocID="{5D30CCCC-7925-FB4E-89C4-C6D4E1714CB8}" presName="negativeSpace" presStyleCnt="0"/>
      <dgm:spPr/>
    </dgm:pt>
    <dgm:pt modelId="{D00F0869-8E95-9D4B-B4D8-77DA3D805AC0}" type="pres">
      <dgm:prSet presAssocID="{5D30CCCC-7925-FB4E-89C4-C6D4E1714CB8}" presName="childText" presStyleLbl="conFgAcc1" presStyleIdx="1" presStyleCnt="3">
        <dgm:presLayoutVars>
          <dgm:bulletEnabled val="1"/>
        </dgm:presLayoutVars>
      </dgm:prSet>
      <dgm:spPr/>
    </dgm:pt>
    <dgm:pt modelId="{E4D85E11-5DC4-2E43-88E2-ADDF5C3D480B}" type="pres">
      <dgm:prSet presAssocID="{74CFC427-8E4C-A743-B200-947695F51609}" presName="spaceBetweenRectangles" presStyleCnt="0"/>
      <dgm:spPr/>
    </dgm:pt>
    <dgm:pt modelId="{335DE998-4825-DF40-BB03-04AD4DC3EB72}" type="pres">
      <dgm:prSet presAssocID="{F41DE09A-E1A8-5A42-857A-F1079EA58A38}" presName="parentLin" presStyleCnt="0"/>
      <dgm:spPr/>
    </dgm:pt>
    <dgm:pt modelId="{FF98B1BD-8B8C-7E42-BE0C-D6F4488AC382}" type="pres">
      <dgm:prSet presAssocID="{F41DE09A-E1A8-5A42-857A-F1079EA58A38}" presName="parentLeftMargin" presStyleLbl="node1" presStyleIdx="1" presStyleCnt="3"/>
      <dgm:spPr/>
    </dgm:pt>
    <dgm:pt modelId="{D701C504-38E9-A448-96F2-3E4388336089}" type="pres">
      <dgm:prSet presAssocID="{F41DE09A-E1A8-5A42-857A-F1079EA58A38}" presName="parentText" presStyleLbl="node1" presStyleIdx="2" presStyleCnt="3">
        <dgm:presLayoutVars>
          <dgm:chMax val="0"/>
          <dgm:bulletEnabled val="1"/>
        </dgm:presLayoutVars>
      </dgm:prSet>
      <dgm:spPr/>
    </dgm:pt>
    <dgm:pt modelId="{B56A7FD6-654F-FD4B-80B8-330A373226FB}" type="pres">
      <dgm:prSet presAssocID="{F41DE09A-E1A8-5A42-857A-F1079EA58A38}" presName="negativeSpace" presStyleCnt="0"/>
      <dgm:spPr/>
    </dgm:pt>
    <dgm:pt modelId="{4236B9EB-730E-384D-B0F1-6607261CF0CE}" type="pres">
      <dgm:prSet presAssocID="{F41DE09A-E1A8-5A42-857A-F1079EA58A38}" presName="childText" presStyleLbl="conFgAcc1" presStyleIdx="2" presStyleCnt="3">
        <dgm:presLayoutVars>
          <dgm:bulletEnabled val="1"/>
        </dgm:presLayoutVars>
      </dgm:prSet>
      <dgm:spPr/>
    </dgm:pt>
  </dgm:ptLst>
  <dgm:cxnLst>
    <dgm:cxn modelId="{94A28505-6C89-0241-8B9D-B56874314E43}" type="presOf" srcId="{0A2B19CF-FB35-0A45-BC4C-958BCD8042ED}" destId="{D00F0869-8E95-9D4B-B4D8-77DA3D805AC0}" srcOrd="0" destOrd="1" presId="urn:microsoft.com/office/officeart/2005/8/layout/list1"/>
    <dgm:cxn modelId="{4FC02954-E2EC-BC4A-931A-925F3F29F67C}" type="presOf" srcId="{F41DE09A-E1A8-5A42-857A-F1079EA58A38}" destId="{FF98B1BD-8B8C-7E42-BE0C-D6F4488AC382}" srcOrd="0" destOrd="0" presId="urn:microsoft.com/office/officeart/2005/8/layout/list1"/>
    <dgm:cxn modelId="{DE479660-D732-9F4F-A2B8-5D2FE2D2066F}" type="presOf" srcId="{5D30CCCC-7925-FB4E-89C4-C6D4E1714CB8}" destId="{DF79BBCF-531E-9540-8B34-156A0FB9A44B}" srcOrd="1" destOrd="0" presId="urn:microsoft.com/office/officeart/2005/8/layout/list1"/>
    <dgm:cxn modelId="{FE3E7872-3688-43D6-91E0-23BE9844C850}" type="presOf" srcId="{22D3AEA6-DA4A-478A-AB4D-BF89F36E3FAD}" destId="{73D88E33-412E-4139-970D-F85715EF8754}" srcOrd="0" destOrd="0" presId="urn:microsoft.com/office/officeart/2005/8/layout/list1"/>
    <dgm:cxn modelId="{F276C577-E54F-6042-824E-41F093BFD0A8}" type="presOf" srcId="{5D30CCCC-7925-FB4E-89C4-C6D4E1714CB8}" destId="{98EC6E13-330B-AE4D-B8CA-35A2108D795C}" srcOrd="0" destOrd="0" presId="urn:microsoft.com/office/officeart/2005/8/layout/list1"/>
    <dgm:cxn modelId="{8D5E5186-F53F-884C-A4E9-43728FF277CE}" type="presOf" srcId="{EFA10979-9627-0341-91AD-A115242807A3}" destId="{D00F0869-8E95-9D4B-B4D8-77DA3D805AC0}" srcOrd="0" destOrd="0" presId="urn:microsoft.com/office/officeart/2005/8/layout/list1"/>
    <dgm:cxn modelId="{1D4AFE8A-9D9F-9344-AA13-DFD6B9850968}" srcId="{5D30CCCC-7925-FB4E-89C4-C6D4E1714CB8}" destId="{0A2B19CF-FB35-0A45-BC4C-958BCD8042ED}" srcOrd="1" destOrd="0" parTransId="{1168F6E3-ADA9-C34E-8D17-BA94A6884145}" sibTransId="{4B5B1429-22E0-DB48-A3AC-76E4CDAE8955}"/>
    <dgm:cxn modelId="{48CC35A3-17BF-405A-925B-E7E44BC8BC91}" srcId="{22D3AEA6-DA4A-478A-AB4D-BF89F36E3FAD}" destId="{549F29C1-23B7-4E3F-97D9-0B7799A8C99E}" srcOrd="0" destOrd="0" parTransId="{CF4F681D-5044-4D4E-8E02-123AC21CB800}" sibTransId="{A7A9CB6A-7BC4-4743-8824-581E910E1D99}"/>
    <dgm:cxn modelId="{B78146A7-9E7F-9044-B82A-0C4C0B1871CE}" srcId="{5D30CCCC-7925-FB4E-89C4-C6D4E1714CB8}" destId="{EFA10979-9627-0341-91AD-A115242807A3}" srcOrd="0" destOrd="0" parTransId="{B062EF3C-6138-0946-B007-00DD293527C5}" sibTransId="{B229F39F-ED98-7249-A0FB-AB6907AC8CF4}"/>
    <dgm:cxn modelId="{5C8C45A9-FAFF-4303-9D60-A0DACFEC7859}" type="presOf" srcId="{549F29C1-23B7-4E3F-97D9-0B7799A8C99E}" destId="{8A037261-51D2-40B0-9AD4-8B9B7FCFE05D}" srcOrd="0" destOrd="0" presId="urn:microsoft.com/office/officeart/2005/8/layout/list1"/>
    <dgm:cxn modelId="{E6068CAF-D5F4-4D26-ABBF-9CC616004F01}" type="presOf" srcId="{549F29C1-23B7-4E3F-97D9-0B7799A8C99E}" destId="{9A2678EE-0C20-4600-B03D-FEDEE8DA0234}" srcOrd="1" destOrd="0" presId="urn:microsoft.com/office/officeart/2005/8/layout/list1"/>
    <dgm:cxn modelId="{2FF993B8-A06A-F049-AFBB-C7D4BEFE4D4D}" srcId="{22D3AEA6-DA4A-478A-AB4D-BF89F36E3FAD}" destId="{5D30CCCC-7925-FB4E-89C4-C6D4E1714CB8}" srcOrd="1" destOrd="0" parTransId="{730C5BE6-5404-4646-9759-018A913C9027}" sibTransId="{74CFC427-8E4C-A743-B200-947695F51609}"/>
    <dgm:cxn modelId="{0E0123EF-B017-EA49-975D-F38468A2AEF1}" type="presOf" srcId="{F41DE09A-E1A8-5A42-857A-F1079EA58A38}" destId="{D701C504-38E9-A448-96F2-3E4388336089}" srcOrd="1" destOrd="0" presId="urn:microsoft.com/office/officeart/2005/8/layout/list1"/>
    <dgm:cxn modelId="{BE99C7F3-6C64-E047-892C-1C64AD440FC7}" srcId="{22D3AEA6-DA4A-478A-AB4D-BF89F36E3FAD}" destId="{F41DE09A-E1A8-5A42-857A-F1079EA58A38}" srcOrd="2" destOrd="0" parTransId="{4BBE6850-95CE-B744-81B6-602E25CBB77F}" sibTransId="{1BE07361-9575-D34F-B551-740CAFC66E98}"/>
    <dgm:cxn modelId="{5950B8B5-4DF0-4673-986F-F1ED2D36C726}" type="presParOf" srcId="{73D88E33-412E-4139-970D-F85715EF8754}" destId="{0D655891-3C6B-4A23-A4C5-39EF35E85D2F}" srcOrd="0" destOrd="0" presId="urn:microsoft.com/office/officeart/2005/8/layout/list1"/>
    <dgm:cxn modelId="{D089D978-CF01-4CDF-831A-81686CE56BE2}" type="presParOf" srcId="{0D655891-3C6B-4A23-A4C5-39EF35E85D2F}" destId="{8A037261-51D2-40B0-9AD4-8B9B7FCFE05D}" srcOrd="0" destOrd="0" presId="urn:microsoft.com/office/officeart/2005/8/layout/list1"/>
    <dgm:cxn modelId="{E023AC1E-3F17-481F-B232-7CD23A9BEF6A}" type="presParOf" srcId="{0D655891-3C6B-4A23-A4C5-39EF35E85D2F}" destId="{9A2678EE-0C20-4600-B03D-FEDEE8DA0234}" srcOrd="1" destOrd="0" presId="urn:microsoft.com/office/officeart/2005/8/layout/list1"/>
    <dgm:cxn modelId="{A57B1D88-EAC3-4652-A8DA-1BCAC9096726}" type="presParOf" srcId="{73D88E33-412E-4139-970D-F85715EF8754}" destId="{006F18E9-82EF-4D57-A87E-6226CE10C28B}" srcOrd="1" destOrd="0" presId="urn:microsoft.com/office/officeart/2005/8/layout/list1"/>
    <dgm:cxn modelId="{1E091AF0-8768-457F-BF5A-62A54230179F}" type="presParOf" srcId="{73D88E33-412E-4139-970D-F85715EF8754}" destId="{286856CD-CE1D-46B7-B6AF-33BC05A5AC34}" srcOrd="2" destOrd="0" presId="urn:microsoft.com/office/officeart/2005/8/layout/list1"/>
    <dgm:cxn modelId="{1E2AE27D-1313-42E6-B40B-65CB09F72723}" type="presParOf" srcId="{73D88E33-412E-4139-970D-F85715EF8754}" destId="{6160817E-A814-4085-A433-D2D50F021388}" srcOrd="3" destOrd="0" presId="urn:microsoft.com/office/officeart/2005/8/layout/list1"/>
    <dgm:cxn modelId="{8612CBE3-A1A0-734E-B915-15A6F73A75DB}" type="presParOf" srcId="{73D88E33-412E-4139-970D-F85715EF8754}" destId="{A6207B98-3236-2A48-A68D-FD9A9039A67E}" srcOrd="4" destOrd="0" presId="urn:microsoft.com/office/officeart/2005/8/layout/list1"/>
    <dgm:cxn modelId="{995DB3FD-BA4C-1F4C-955C-96F22FC548D2}" type="presParOf" srcId="{A6207B98-3236-2A48-A68D-FD9A9039A67E}" destId="{98EC6E13-330B-AE4D-B8CA-35A2108D795C}" srcOrd="0" destOrd="0" presId="urn:microsoft.com/office/officeart/2005/8/layout/list1"/>
    <dgm:cxn modelId="{4F69BF6F-2216-334E-A7A7-7E7F28E38095}" type="presParOf" srcId="{A6207B98-3236-2A48-A68D-FD9A9039A67E}" destId="{DF79BBCF-531E-9540-8B34-156A0FB9A44B}" srcOrd="1" destOrd="0" presId="urn:microsoft.com/office/officeart/2005/8/layout/list1"/>
    <dgm:cxn modelId="{4F6BC564-2A12-D04A-ABDF-276AB181C8A3}" type="presParOf" srcId="{73D88E33-412E-4139-970D-F85715EF8754}" destId="{AEEEB34C-DBF0-8241-94D8-819E887E8480}" srcOrd="5" destOrd="0" presId="urn:microsoft.com/office/officeart/2005/8/layout/list1"/>
    <dgm:cxn modelId="{B5DB43FA-7844-BE43-B9B2-E3133C160992}" type="presParOf" srcId="{73D88E33-412E-4139-970D-F85715EF8754}" destId="{D00F0869-8E95-9D4B-B4D8-77DA3D805AC0}" srcOrd="6" destOrd="0" presId="urn:microsoft.com/office/officeart/2005/8/layout/list1"/>
    <dgm:cxn modelId="{CFE323DB-7841-9F45-82E3-413261BC3FD3}" type="presParOf" srcId="{73D88E33-412E-4139-970D-F85715EF8754}" destId="{E4D85E11-5DC4-2E43-88E2-ADDF5C3D480B}" srcOrd="7" destOrd="0" presId="urn:microsoft.com/office/officeart/2005/8/layout/list1"/>
    <dgm:cxn modelId="{DEDFDAB6-D50B-DB49-B792-438159528C22}" type="presParOf" srcId="{73D88E33-412E-4139-970D-F85715EF8754}" destId="{335DE998-4825-DF40-BB03-04AD4DC3EB72}" srcOrd="8" destOrd="0" presId="urn:microsoft.com/office/officeart/2005/8/layout/list1"/>
    <dgm:cxn modelId="{15728D81-B802-704B-978A-7501CB872D0A}" type="presParOf" srcId="{335DE998-4825-DF40-BB03-04AD4DC3EB72}" destId="{FF98B1BD-8B8C-7E42-BE0C-D6F4488AC382}" srcOrd="0" destOrd="0" presId="urn:microsoft.com/office/officeart/2005/8/layout/list1"/>
    <dgm:cxn modelId="{6E9E7535-E69F-3240-9512-5D1DE9FB60C0}" type="presParOf" srcId="{335DE998-4825-DF40-BB03-04AD4DC3EB72}" destId="{D701C504-38E9-A448-96F2-3E4388336089}" srcOrd="1" destOrd="0" presId="urn:microsoft.com/office/officeart/2005/8/layout/list1"/>
    <dgm:cxn modelId="{3E57FA51-4E52-ED48-BA55-5722E3754DC4}" type="presParOf" srcId="{73D88E33-412E-4139-970D-F85715EF8754}" destId="{B56A7FD6-654F-FD4B-80B8-330A373226FB}" srcOrd="9" destOrd="0" presId="urn:microsoft.com/office/officeart/2005/8/layout/list1"/>
    <dgm:cxn modelId="{32FDFDDF-BB05-174D-B684-142ED23CCB4E}" type="presParOf" srcId="{73D88E33-412E-4139-970D-F85715EF8754}" destId="{4236B9EB-730E-384D-B0F1-6607261CF0CE}"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D328286-2312-4949-9D4A-E9E8361D88B2}" type="doc">
      <dgm:prSet loTypeId="urn:microsoft.com/office/officeart/2005/8/layout/vList2" loCatId="list" qsTypeId="urn:microsoft.com/office/officeart/2005/8/quickstyle/simple1" qsCatId="simple" csTypeId="urn:microsoft.com/office/officeart/2005/8/colors/accent3_2" csCatId="accent3"/>
      <dgm:spPr/>
      <dgm:t>
        <a:bodyPr/>
        <a:lstStyle/>
        <a:p>
          <a:endParaRPr lang="en-GB"/>
        </a:p>
      </dgm:t>
    </dgm:pt>
    <dgm:pt modelId="{A6BF7D80-DB58-7C49-A3F3-AA2AD2190B9F}">
      <dgm:prSet/>
      <dgm:spPr/>
      <dgm:t>
        <a:bodyPr/>
        <a:lstStyle/>
        <a:p>
          <a:r>
            <a:rPr lang="en-AU" b="0" i="0"/>
            <a:t>Evaluation and feedback are central to interaction design</a:t>
          </a:r>
          <a:endParaRPr lang="en-AU"/>
        </a:p>
      </dgm:t>
    </dgm:pt>
    <dgm:pt modelId="{967F7168-B41D-8A45-BF59-6DEA62165381}" type="parTrans" cxnId="{2FBA05FA-77F4-F14F-8CB8-DB68934FD5C7}">
      <dgm:prSet/>
      <dgm:spPr/>
      <dgm:t>
        <a:bodyPr/>
        <a:lstStyle/>
        <a:p>
          <a:endParaRPr lang="en-GB"/>
        </a:p>
      </dgm:t>
    </dgm:pt>
    <dgm:pt modelId="{B2D17BF8-D5E9-754B-9B34-65EA67C85DB7}" type="sibTrans" cxnId="{2FBA05FA-77F4-F14F-8CB8-DB68934FD5C7}">
      <dgm:prSet/>
      <dgm:spPr/>
      <dgm:t>
        <a:bodyPr/>
        <a:lstStyle/>
        <a:p>
          <a:endParaRPr lang="en-GB"/>
        </a:p>
      </dgm:t>
    </dgm:pt>
    <dgm:pt modelId="{78E40FBE-CCC3-7342-B5C3-37B50CBE8945}">
      <dgm:prSet/>
      <dgm:spPr/>
      <dgm:t>
        <a:bodyPr/>
        <a:lstStyle/>
        <a:p>
          <a:r>
            <a:rPr lang="en-AU" b="0" i="0"/>
            <a:t>Stakeholders can see, hold, interact with a prototype more easily than a document or a drawing</a:t>
          </a:r>
          <a:endParaRPr lang="en-AU"/>
        </a:p>
      </dgm:t>
    </dgm:pt>
    <dgm:pt modelId="{CEC951C0-9BE8-E045-9093-817FABE1ABAB}" type="parTrans" cxnId="{677DCE26-D12C-314B-9BEC-937C34ABFD1F}">
      <dgm:prSet/>
      <dgm:spPr/>
      <dgm:t>
        <a:bodyPr/>
        <a:lstStyle/>
        <a:p>
          <a:endParaRPr lang="en-GB"/>
        </a:p>
      </dgm:t>
    </dgm:pt>
    <dgm:pt modelId="{4672E875-0A07-9C42-B6FF-3BC866C3FF40}" type="sibTrans" cxnId="{677DCE26-D12C-314B-9BEC-937C34ABFD1F}">
      <dgm:prSet/>
      <dgm:spPr/>
      <dgm:t>
        <a:bodyPr/>
        <a:lstStyle/>
        <a:p>
          <a:endParaRPr lang="en-GB"/>
        </a:p>
      </dgm:t>
    </dgm:pt>
    <dgm:pt modelId="{A1B8C317-262A-0541-A43D-D7D1B46D2327}">
      <dgm:prSet/>
      <dgm:spPr/>
      <dgm:t>
        <a:bodyPr/>
        <a:lstStyle/>
        <a:p>
          <a:r>
            <a:rPr lang="en-AU" b="0" i="0"/>
            <a:t>Team members can communicate effectively</a:t>
          </a:r>
          <a:endParaRPr lang="en-AU"/>
        </a:p>
      </dgm:t>
    </dgm:pt>
    <dgm:pt modelId="{039CF657-5917-EE43-8BE6-7EB722BA809F}" type="parTrans" cxnId="{326F5CEF-7431-F64D-888C-5BD98FB9B8E0}">
      <dgm:prSet/>
      <dgm:spPr/>
      <dgm:t>
        <a:bodyPr/>
        <a:lstStyle/>
        <a:p>
          <a:endParaRPr lang="en-GB"/>
        </a:p>
      </dgm:t>
    </dgm:pt>
    <dgm:pt modelId="{D6D11F33-F994-F542-B690-23AAF03C209D}" type="sibTrans" cxnId="{326F5CEF-7431-F64D-888C-5BD98FB9B8E0}">
      <dgm:prSet/>
      <dgm:spPr/>
      <dgm:t>
        <a:bodyPr/>
        <a:lstStyle/>
        <a:p>
          <a:endParaRPr lang="en-GB"/>
        </a:p>
      </dgm:t>
    </dgm:pt>
    <dgm:pt modelId="{81D9A573-C6C2-0B43-A423-6DDE8C73957C}">
      <dgm:prSet/>
      <dgm:spPr/>
      <dgm:t>
        <a:bodyPr/>
        <a:lstStyle/>
        <a:p>
          <a:r>
            <a:rPr lang="en-AU" b="0" i="0"/>
            <a:t>You can test out ideas for yourself</a:t>
          </a:r>
          <a:endParaRPr lang="en-AU"/>
        </a:p>
      </dgm:t>
    </dgm:pt>
    <dgm:pt modelId="{92F52935-77DC-7E49-80AF-3E7D1CE568E9}" type="parTrans" cxnId="{326C5A45-6D17-2C41-954A-0FD2A7169097}">
      <dgm:prSet/>
      <dgm:spPr/>
      <dgm:t>
        <a:bodyPr/>
        <a:lstStyle/>
        <a:p>
          <a:endParaRPr lang="en-GB"/>
        </a:p>
      </dgm:t>
    </dgm:pt>
    <dgm:pt modelId="{6CE69C37-DC16-8D43-AB3B-697C1F6D85E4}" type="sibTrans" cxnId="{326C5A45-6D17-2C41-954A-0FD2A7169097}">
      <dgm:prSet/>
      <dgm:spPr/>
      <dgm:t>
        <a:bodyPr/>
        <a:lstStyle/>
        <a:p>
          <a:endParaRPr lang="en-GB"/>
        </a:p>
      </dgm:t>
    </dgm:pt>
    <dgm:pt modelId="{F81F7A20-FF7F-4944-B6A3-D8B88A7948B8}">
      <dgm:prSet/>
      <dgm:spPr/>
      <dgm:t>
        <a:bodyPr/>
        <a:lstStyle/>
        <a:p>
          <a:r>
            <a:rPr lang="en-AU" b="0" i="0"/>
            <a:t>It encourages reflection: very important aspect of design </a:t>
          </a:r>
          <a:endParaRPr lang="en-AU"/>
        </a:p>
      </dgm:t>
    </dgm:pt>
    <dgm:pt modelId="{F37A69EC-D1A7-9D4A-B1FA-4C63447C940C}" type="parTrans" cxnId="{9E804065-B526-C24F-9226-6EF10D4AD38E}">
      <dgm:prSet/>
      <dgm:spPr/>
      <dgm:t>
        <a:bodyPr/>
        <a:lstStyle/>
        <a:p>
          <a:endParaRPr lang="en-GB"/>
        </a:p>
      </dgm:t>
    </dgm:pt>
    <dgm:pt modelId="{7EB65751-CF9F-524C-A8C3-13FAEDBCE611}" type="sibTrans" cxnId="{9E804065-B526-C24F-9226-6EF10D4AD38E}">
      <dgm:prSet/>
      <dgm:spPr/>
      <dgm:t>
        <a:bodyPr/>
        <a:lstStyle/>
        <a:p>
          <a:endParaRPr lang="en-GB"/>
        </a:p>
      </dgm:t>
    </dgm:pt>
    <dgm:pt modelId="{08CC2E3B-EB32-3B4C-8A84-5D28C63A6208}">
      <dgm:prSet/>
      <dgm:spPr/>
      <dgm:t>
        <a:bodyPr/>
        <a:lstStyle/>
        <a:p>
          <a:r>
            <a:rPr lang="en-AU" b="0" i="0"/>
            <a:t>Prototypes answer questions, and support designers in choosing between alternatives </a:t>
          </a:r>
          <a:endParaRPr lang="en-AU"/>
        </a:p>
      </dgm:t>
    </dgm:pt>
    <dgm:pt modelId="{2BF3820E-024A-164E-B54E-39E374CA71B0}" type="parTrans" cxnId="{68DDE852-457E-AA41-A115-BD3FC3B212D2}">
      <dgm:prSet/>
      <dgm:spPr/>
      <dgm:t>
        <a:bodyPr/>
        <a:lstStyle/>
        <a:p>
          <a:endParaRPr lang="en-GB"/>
        </a:p>
      </dgm:t>
    </dgm:pt>
    <dgm:pt modelId="{1E896BD4-6097-2F4C-BC9E-6F5AD26EA0BB}" type="sibTrans" cxnId="{68DDE852-457E-AA41-A115-BD3FC3B212D2}">
      <dgm:prSet/>
      <dgm:spPr/>
      <dgm:t>
        <a:bodyPr/>
        <a:lstStyle/>
        <a:p>
          <a:endParaRPr lang="en-GB"/>
        </a:p>
      </dgm:t>
    </dgm:pt>
    <dgm:pt modelId="{DCB3A2CF-D8C0-F046-84D6-3C031DA2EEC1}" type="pres">
      <dgm:prSet presAssocID="{4D328286-2312-4949-9D4A-E9E8361D88B2}" presName="linear" presStyleCnt="0">
        <dgm:presLayoutVars>
          <dgm:animLvl val="lvl"/>
          <dgm:resizeHandles val="exact"/>
        </dgm:presLayoutVars>
      </dgm:prSet>
      <dgm:spPr/>
    </dgm:pt>
    <dgm:pt modelId="{FD25B4AF-8F1F-DD43-A4E6-2D509ABCF80C}" type="pres">
      <dgm:prSet presAssocID="{A6BF7D80-DB58-7C49-A3F3-AA2AD2190B9F}" presName="parentText" presStyleLbl="node1" presStyleIdx="0" presStyleCnt="6">
        <dgm:presLayoutVars>
          <dgm:chMax val="0"/>
          <dgm:bulletEnabled val="1"/>
        </dgm:presLayoutVars>
      </dgm:prSet>
      <dgm:spPr/>
    </dgm:pt>
    <dgm:pt modelId="{AD6C3AA3-9E03-004D-8B6D-36CF3B2ECF48}" type="pres">
      <dgm:prSet presAssocID="{B2D17BF8-D5E9-754B-9B34-65EA67C85DB7}" presName="spacer" presStyleCnt="0"/>
      <dgm:spPr/>
    </dgm:pt>
    <dgm:pt modelId="{9CC24745-990B-D643-88A9-BAA78BE936D1}" type="pres">
      <dgm:prSet presAssocID="{78E40FBE-CCC3-7342-B5C3-37B50CBE8945}" presName="parentText" presStyleLbl="node1" presStyleIdx="1" presStyleCnt="6">
        <dgm:presLayoutVars>
          <dgm:chMax val="0"/>
          <dgm:bulletEnabled val="1"/>
        </dgm:presLayoutVars>
      </dgm:prSet>
      <dgm:spPr/>
    </dgm:pt>
    <dgm:pt modelId="{1A841D21-A99F-ED43-AA88-A40613300C23}" type="pres">
      <dgm:prSet presAssocID="{4672E875-0A07-9C42-B6FF-3BC866C3FF40}" presName="spacer" presStyleCnt="0"/>
      <dgm:spPr/>
    </dgm:pt>
    <dgm:pt modelId="{414253B3-E747-2844-942B-F9F2DD60A62D}" type="pres">
      <dgm:prSet presAssocID="{A1B8C317-262A-0541-A43D-D7D1B46D2327}" presName="parentText" presStyleLbl="node1" presStyleIdx="2" presStyleCnt="6">
        <dgm:presLayoutVars>
          <dgm:chMax val="0"/>
          <dgm:bulletEnabled val="1"/>
        </dgm:presLayoutVars>
      </dgm:prSet>
      <dgm:spPr/>
    </dgm:pt>
    <dgm:pt modelId="{967C1DAA-E8CF-6940-B6D6-2A4793C60897}" type="pres">
      <dgm:prSet presAssocID="{D6D11F33-F994-F542-B690-23AAF03C209D}" presName="spacer" presStyleCnt="0"/>
      <dgm:spPr/>
    </dgm:pt>
    <dgm:pt modelId="{A37A0500-D2E2-A147-BCC7-53A43DCEEDFC}" type="pres">
      <dgm:prSet presAssocID="{81D9A573-C6C2-0B43-A423-6DDE8C73957C}" presName="parentText" presStyleLbl="node1" presStyleIdx="3" presStyleCnt="6">
        <dgm:presLayoutVars>
          <dgm:chMax val="0"/>
          <dgm:bulletEnabled val="1"/>
        </dgm:presLayoutVars>
      </dgm:prSet>
      <dgm:spPr/>
    </dgm:pt>
    <dgm:pt modelId="{171B62E5-1D6C-2340-AFC6-8642E1E4DBA2}" type="pres">
      <dgm:prSet presAssocID="{6CE69C37-DC16-8D43-AB3B-697C1F6D85E4}" presName="spacer" presStyleCnt="0"/>
      <dgm:spPr/>
    </dgm:pt>
    <dgm:pt modelId="{24F285B5-31F0-B04A-A24F-3C596041D09F}" type="pres">
      <dgm:prSet presAssocID="{F81F7A20-FF7F-4944-B6A3-D8B88A7948B8}" presName="parentText" presStyleLbl="node1" presStyleIdx="4" presStyleCnt="6">
        <dgm:presLayoutVars>
          <dgm:chMax val="0"/>
          <dgm:bulletEnabled val="1"/>
        </dgm:presLayoutVars>
      </dgm:prSet>
      <dgm:spPr/>
    </dgm:pt>
    <dgm:pt modelId="{FEFE8480-D377-A54F-9C6A-15AC5E0EB94D}" type="pres">
      <dgm:prSet presAssocID="{7EB65751-CF9F-524C-A8C3-13FAEDBCE611}" presName="spacer" presStyleCnt="0"/>
      <dgm:spPr/>
    </dgm:pt>
    <dgm:pt modelId="{49F9E3B2-900C-EC4F-9D91-52DF4F2D527E}" type="pres">
      <dgm:prSet presAssocID="{08CC2E3B-EB32-3B4C-8A84-5D28C63A6208}" presName="parentText" presStyleLbl="node1" presStyleIdx="5" presStyleCnt="6">
        <dgm:presLayoutVars>
          <dgm:chMax val="0"/>
          <dgm:bulletEnabled val="1"/>
        </dgm:presLayoutVars>
      </dgm:prSet>
      <dgm:spPr/>
    </dgm:pt>
  </dgm:ptLst>
  <dgm:cxnLst>
    <dgm:cxn modelId="{4BFFEB19-30ED-CB4D-A247-006007441B9E}" type="presOf" srcId="{A1B8C317-262A-0541-A43D-D7D1B46D2327}" destId="{414253B3-E747-2844-942B-F9F2DD60A62D}" srcOrd="0" destOrd="0" presId="urn:microsoft.com/office/officeart/2005/8/layout/vList2"/>
    <dgm:cxn modelId="{677DCE26-D12C-314B-9BEC-937C34ABFD1F}" srcId="{4D328286-2312-4949-9D4A-E9E8361D88B2}" destId="{78E40FBE-CCC3-7342-B5C3-37B50CBE8945}" srcOrd="1" destOrd="0" parTransId="{CEC951C0-9BE8-E045-9093-817FABE1ABAB}" sibTransId="{4672E875-0A07-9C42-B6FF-3BC866C3FF40}"/>
    <dgm:cxn modelId="{9D95453F-697F-0941-B46B-27D8313461B9}" type="presOf" srcId="{78E40FBE-CCC3-7342-B5C3-37B50CBE8945}" destId="{9CC24745-990B-D643-88A9-BAA78BE936D1}" srcOrd="0" destOrd="0" presId="urn:microsoft.com/office/officeart/2005/8/layout/vList2"/>
    <dgm:cxn modelId="{326C5A45-6D17-2C41-954A-0FD2A7169097}" srcId="{4D328286-2312-4949-9D4A-E9E8361D88B2}" destId="{81D9A573-C6C2-0B43-A423-6DDE8C73957C}" srcOrd="3" destOrd="0" parTransId="{92F52935-77DC-7E49-80AF-3E7D1CE568E9}" sibTransId="{6CE69C37-DC16-8D43-AB3B-697C1F6D85E4}"/>
    <dgm:cxn modelId="{68DDE852-457E-AA41-A115-BD3FC3B212D2}" srcId="{4D328286-2312-4949-9D4A-E9E8361D88B2}" destId="{08CC2E3B-EB32-3B4C-8A84-5D28C63A6208}" srcOrd="5" destOrd="0" parTransId="{2BF3820E-024A-164E-B54E-39E374CA71B0}" sibTransId="{1E896BD4-6097-2F4C-BC9E-6F5AD26EA0BB}"/>
    <dgm:cxn modelId="{9E804065-B526-C24F-9226-6EF10D4AD38E}" srcId="{4D328286-2312-4949-9D4A-E9E8361D88B2}" destId="{F81F7A20-FF7F-4944-B6A3-D8B88A7948B8}" srcOrd="4" destOrd="0" parTransId="{F37A69EC-D1A7-9D4A-B1FA-4C63447C940C}" sibTransId="{7EB65751-CF9F-524C-A8C3-13FAEDBCE611}"/>
    <dgm:cxn modelId="{4E3C6968-AD6E-014F-AE1A-498AAF6C29F7}" type="presOf" srcId="{81D9A573-C6C2-0B43-A423-6DDE8C73957C}" destId="{A37A0500-D2E2-A147-BCC7-53A43DCEEDFC}" srcOrd="0" destOrd="0" presId="urn:microsoft.com/office/officeart/2005/8/layout/vList2"/>
    <dgm:cxn modelId="{CDD797CA-8ED3-1B40-96F9-AA02D5FECC05}" type="presOf" srcId="{A6BF7D80-DB58-7C49-A3F3-AA2AD2190B9F}" destId="{FD25B4AF-8F1F-DD43-A4E6-2D509ABCF80C}" srcOrd="0" destOrd="0" presId="urn:microsoft.com/office/officeart/2005/8/layout/vList2"/>
    <dgm:cxn modelId="{177C29D1-00BD-D348-8A0E-8D7F7FDEA04F}" type="presOf" srcId="{08CC2E3B-EB32-3B4C-8A84-5D28C63A6208}" destId="{49F9E3B2-900C-EC4F-9D91-52DF4F2D527E}" srcOrd="0" destOrd="0" presId="urn:microsoft.com/office/officeart/2005/8/layout/vList2"/>
    <dgm:cxn modelId="{C83171DA-CDD0-A740-8409-00F8E5C80AC6}" type="presOf" srcId="{F81F7A20-FF7F-4944-B6A3-D8B88A7948B8}" destId="{24F285B5-31F0-B04A-A24F-3C596041D09F}" srcOrd="0" destOrd="0" presId="urn:microsoft.com/office/officeart/2005/8/layout/vList2"/>
    <dgm:cxn modelId="{326F5CEF-7431-F64D-888C-5BD98FB9B8E0}" srcId="{4D328286-2312-4949-9D4A-E9E8361D88B2}" destId="{A1B8C317-262A-0541-A43D-D7D1B46D2327}" srcOrd="2" destOrd="0" parTransId="{039CF657-5917-EE43-8BE6-7EB722BA809F}" sibTransId="{D6D11F33-F994-F542-B690-23AAF03C209D}"/>
    <dgm:cxn modelId="{2FBA05FA-77F4-F14F-8CB8-DB68934FD5C7}" srcId="{4D328286-2312-4949-9D4A-E9E8361D88B2}" destId="{A6BF7D80-DB58-7C49-A3F3-AA2AD2190B9F}" srcOrd="0" destOrd="0" parTransId="{967F7168-B41D-8A45-BF59-6DEA62165381}" sibTransId="{B2D17BF8-D5E9-754B-9B34-65EA67C85DB7}"/>
    <dgm:cxn modelId="{48653FFF-4819-1946-8319-89315A107101}" type="presOf" srcId="{4D328286-2312-4949-9D4A-E9E8361D88B2}" destId="{DCB3A2CF-D8C0-F046-84D6-3C031DA2EEC1}" srcOrd="0" destOrd="0" presId="urn:microsoft.com/office/officeart/2005/8/layout/vList2"/>
    <dgm:cxn modelId="{DDC7CE54-2CF8-7941-8164-39E5022A96EC}" type="presParOf" srcId="{DCB3A2CF-D8C0-F046-84D6-3C031DA2EEC1}" destId="{FD25B4AF-8F1F-DD43-A4E6-2D509ABCF80C}" srcOrd="0" destOrd="0" presId="urn:microsoft.com/office/officeart/2005/8/layout/vList2"/>
    <dgm:cxn modelId="{F3572A71-4D26-CC41-AE41-C950AA5910D4}" type="presParOf" srcId="{DCB3A2CF-D8C0-F046-84D6-3C031DA2EEC1}" destId="{AD6C3AA3-9E03-004D-8B6D-36CF3B2ECF48}" srcOrd="1" destOrd="0" presId="urn:microsoft.com/office/officeart/2005/8/layout/vList2"/>
    <dgm:cxn modelId="{44E00BD1-0FF9-6042-8DFA-2692BE430E9B}" type="presParOf" srcId="{DCB3A2CF-D8C0-F046-84D6-3C031DA2EEC1}" destId="{9CC24745-990B-D643-88A9-BAA78BE936D1}" srcOrd="2" destOrd="0" presId="urn:microsoft.com/office/officeart/2005/8/layout/vList2"/>
    <dgm:cxn modelId="{3AD7F016-14CC-534E-B449-427107D14C91}" type="presParOf" srcId="{DCB3A2CF-D8C0-F046-84D6-3C031DA2EEC1}" destId="{1A841D21-A99F-ED43-AA88-A40613300C23}" srcOrd="3" destOrd="0" presId="urn:microsoft.com/office/officeart/2005/8/layout/vList2"/>
    <dgm:cxn modelId="{0B0D2671-CEB2-394C-9CB8-0DB7686E3821}" type="presParOf" srcId="{DCB3A2CF-D8C0-F046-84D6-3C031DA2EEC1}" destId="{414253B3-E747-2844-942B-F9F2DD60A62D}" srcOrd="4" destOrd="0" presId="urn:microsoft.com/office/officeart/2005/8/layout/vList2"/>
    <dgm:cxn modelId="{883A4EA6-07FD-5B47-9939-DB93119ED1B0}" type="presParOf" srcId="{DCB3A2CF-D8C0-F046-84D6-3C031DA2EEC1}" destId="{967C1DAA-E8CF-6940-B6D6-2A4793C60897}" srcOrd="5" destOrd="0" presId="urn:microsoft.com/office/officeart/2005/8/layout/vList2"/>
    <dgm:cxn modelId="{75AF004F-C34A-284E-B5E8-1A6B9EECA25C}" type="presParOf" srcId="{DCB3A2CF-D8C0-F046-84D6-3C031DA2EEC1}" destId="{A37A0500-D2E2-A147-BCC7-53A43DCEEDFC}" srcOrd="6" destOrd="0" presId="urn:microsoft.com/office/officeart/2005/8/layout/vList2"/>
    <dgm:cxn modelId="{0B93B2AB-353F-044A-B90E-9FBEDB149147}" type="presParOf" srcId="{DCB3A2CF-D8C0-F046-84D6-3C031DA2EEC1}" destId="{171B62E5-1D6C-2340-AFC6-8642E1E4DBA2}" srcOrd="7" destOrd="0" presId="urn:microsoft.com/office/officeart/2005/8/layout/vList2"/>
    <dgm:cxn modelId="{9D943A18-0BC5-074B-9648-D1CEA8E664EE}" type="presParOf" srcId="{DCB3A2CF-D8C0-F046-84D6-3C031DA2EEC1}" destId="{24F285B5-31F0-B04A-A24F-3C596041D09F}" srcOrd="8" destOrd="0" presId="urn:microsoft.com/office/officeart/2005/8/layout/vList2"/>
    <dgm:cxn modelId="{E65E2B6E-A557-9847-8EE9-80AC4DA779C5}" type="presParOf" srcId="{DCB3A2CF-D8C0-F046-84D6-3C031DA2EEC1}" destId="{FEFE8480-D377-A54F-9C6A-15AC5E0EB94D}" srcOrd="9" destOrd="0" presId="urn:microsoft.com/office/officeart/2005/8/layout/vList2"/>
    <dgm:cxn modelId="{215FBACA-B0DF-5A41-A085-813D93CC31E4}" type="presParOf" srcId="{DCB3A2CF-D8C0-F046-84D6-3C031DA2EEC1}" destId="{49F9E3B2-900C-EC4F-9D91-52DF4F2D527E}" srcOrd="1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79FF33A-7185-4901-8750-196132B95450}" type="doc">
      <dgm:prSet loTypeId="urn:microsoft.com/office/officeart/2009/3/layout/RandomtoResultProcess" loCatId="process" qsTypeId="urn:microsoft.com/office/officeart/2005/8/quickstyle/simple1" qsCatId="simple" csTypeId="urn:microsoft.com/office/officeart/2005/8/colors/accent3_2" csCatId="accent3" phldr="1"/>
      <dgm:spPr/>
    </dgm:pt>
    <dgm:pt modelId="{EF48F93F-B15F-47F7-9C7D-4BC465137CEE}">
      <dgm:prSet phldrT="[Text]"/>
      <dgm:spPr/>
      <dgm:t>
        <a:bodyPr/>
        <a:lstStyle/>
        <a:p>
          <a:r>
            <a:rPr lang="en-AU" dirty="0"/>
            <a:t>Research</a:t>
          </a:r>
        </a:p>
      </dgm:t>
    </dgm:pt>
    <dgm:pt modelId="{1DB4C14A-64BF-4606-96F5-771A2422B98E}" type="parTrans" cxnId="{79ABFA28-E013-427B-9939-317BA597729B}">
      <dgm:prSet/>
      <dgm:spPr/>
      <dgm:t>
        <a:bodyPr/>
        <a:lstStyle/>
        <a:p>
          <a:endParaRPr lang="en-AU"/>
        </a:p>
      </dgm:t>
    </dgm:pt>
    <dgm:pt modelId="{802C53C4-8E35-4767-B849-074075976388}" type="sibTrans" cxnId="{79ABFA28-E013-427B-9939-317BA597729B}">
      <dgm:prSet/>
      <dgm:spPr/>
      <dgm:t>
        <a:bodyPr/>
        <a:lstStyle/>
        <a:p>
          <a:endParaRPr lang="en-AU"/>
        </a:p>
      </dgm:t>
    </dgm:pt>
    <dgm:pt modelId="{EDEB38AE-6639-4492-A8EF-263115A79DF6}">
      <dgm:prSet phldrT="[Text]"/>
      <dgm:spPr/>
      <dgm:t>
        <a:bodyPr/>
        <a:lstStyle/>
        <a:p>
          <a:r>
            <a:rPr lang="en-AU" dirty="0"/>
            <a:t>Lo-Fi Testing</a:t>
          </a:r>
        </a:p>
      </dgm:t>
    </dgm:pt>
    <dgm:pt modelId="{56B1D2D5-CC1D-40F5-AB3F-D4D8F263319C}" type="parTrans" cxnId="{41DF5EE1-262A-48DB-8A33-A2DE3C84DD80}">
      <dgm:prSet/>
      <dgm:spPr/>
      <dgm:t>
        <a:bodyPr/>
        <a:lstStyle/>
        <a:p>
          <a:endParaRPr lang="en-AU"/>
        </a:p>
      </dgm:t>
    </dgm:pt>
    <dgm:pt modelId="{A80C77BC-224D-481D-9084-1502F38EF763}" type="sibTrans" cxnId="{41DF5EE1-262A-48DB-8A33-A2DE3C84DD80}">
      <dgm:prSet/>
      <dgm:spPr/>
      <dgm:t>
        <a:bodyPr/>
        <a:lstStyle/>
        <a:p>
          <a:endParaRPr lang="en-AU"/>
        </a:p>
      </dgm:t>
    </dgm:pt>
    <dgm:pt modelId="{5689042E-A2BD-48CF-A36D-284E8530692E}">
      <dgm:prSet phldrT="[Text]"/>
      <dgm:spPr/>
      <dgm:t>
        <a:bodyPr/>
        <a:lstStyle/>
        <a:p>
          <a:r>
            <a:rPr lang="en-AU" dirty="0"/>
            <a:t>Hi-Fi</a:t>
          </a:r>
        </a:p>
      </dgm:t>
    </dgm:pt>
    <dgm:pt modelId="{0540BC56-E65B-41CD-9906-0BD2B5B0EE53}" type="parTrans" cxnId="{DC83EA58-617B-4BF7-A13E-9D32FD6D86C8}">
      <dgm:prSet/>
      <dgm:spPr/>
      <dgm:t>
        <a:bodyPr/>
        <a:lstStyle/>
        <a:p>
          <a:endParaRPr lang="en-AU"/>
        </a:p>
      </dgm:t>
    </dgm:pt>
    <dgm:pt modelId="{FCA4C828-3068-4503-B48F-69C522034DE1}" type="sibTrans" cxnId="{DC83EA58-617B-4BF7-A13E-9D32FD6D86C8}">
      <dgm:prSet/>
      <dgm:spPr/>
      <dgm:t>
        <a:bodyPr/>
        <a:lstStyle/>
        <a:p>
          <a:endParaRPr lang="en-AU"/>
        </a:p>
      </dgm:t>
    </dgm:pt>
    <dgm:pt modelId="{E6579C1E-DDF7-4FD9-B383-DDCB30FBBF5B}">
      <dgm:prSet phldrT="[Text]"/>
      <dgm:spPr/>
      <dgm:t>
        <a:bodyPr/>
        <a:lstStyle/>
        <a:p>
          <a:r>
            <a:rPr lang="en-AU" dirty="0"/>
            <a:t>Lo-Fi</a:t>
          </a:r>
        </a:p>
      </dgm:t>
    </dgm:pt>
    <dgm:pt modelId="{6DE4818E-E3C8-40C6-A0C2-2CCF0674E363}" type="parTrans" cxnId="{206B5875-0D84-48C7-8FE6-CCBECA32799F}">
      <dgm:prSet/>
      <dgm:spPr/>
      <dgm:t>
        <a:bodyPr/>
        <a:lstStyle/>
        <a:p>
          <a:endParaRPr lang="en-AU"/>
        </a:p>
      </dgm:t>
    </dgm:pt>
    <dgm:pt modelId="{AF66495B-E4DB-4451-BC6B-9EB938D76A83}" type="sibTrans" cxnId="{206B5875-0D84-48C7-8FE6-CCBECA32799F}">
      <dgm:prSet/>
      <dgm:spPr/>
      <dgm:t>
        <a:bodyPr/>
        <a:lstStyle/>
        <a:p>
          <a:endParaRPr lang="en-AU"/>
        </a:p>
      </dgm:t>
    </dgm:pt>
    <dgm:pt modelId="{75FF786B-5389-4E7F-88A2-F4C363F73B86}">
      <dgm:prSet phldrT="[Text]"/>
      <dgm:spPr/>
      <dgm:t>
        <a:bodyPr/>
        <a:lstStyle/>
        <a:p>
          <a:r>
            <a:rPr lang="en-AU" dirty="0"/>
            <a:t>Hi-Fi Testing</a:t>
          </a:r>
        </a:p>
      </dgm:t>
    </dgm:pt>
    <dgm:pt modelId="{E23168F9-F882-49B1-888E-2419DFC85C8B}" type="parTrans" cxnId="{5DC1ADD9-8473-429D-BEA6-C4BA109419C3}">
      <dgm:prSet/>
      <dgm:spPr/>
      <dgm:t>
        <a:bodyPr/>
        <a:lstStyle/>
        <a:p>
          <a:endParaRPr lang="en-AU"/>
        </a:p>
      </dgm:t>
    </dgm:pt>
    <dgm:pt modelId="{D73CDDD0-6B0F-47BA-A584-76CA695C2138}" type="sibTrans" cxnId="{5DC1ADD9-8473-429D-BEA6-C4BA109419C3}">
      <dgm:prSet/>
      <dgm:spPr/>
      <dgm:t>
        <a:bodyPr/>
        <a:lstStyle/>
        <a:p>
          <a:endParaRPr lang="en-AU"/>
        </a:p>
      </dgm:t>
    </dgm:pt>
    <dgm:pt modelId="{FAE09305-FCE2-404D-8610-58098FD4B775}">
      <dgm:prSet phldrT="[Text]"/>
      <dgm:spPr/>
      <dgm:t>
        <a:bodyPr/>
        <a:lstStyle/>
        <a:p>
          <a:r>
            <a:rPr lang="en-AU" dirty="0"/>
            <a:t>Delivery</a:t>
          </a:r>
        </a:p>
      </dgm:t>
    </dgm:pt>
    <dgm:pt modelId="{595E3602-6053-41AA-884D-F9B788E72611}" type="parTrans" cxnId="{C5595F0F-4D51-47D0-A911-14C67CECA082}">
      <dgm:prSet/>
      <dgm:spPr/>
      <dgm:t>
        <a:bodyPr/>
        <a:lstStyle/>
        <a:p>
          <a:endParaRPr lang="en-AU"/>
        </a:p>
      </dgm:t>
    </dgm:pt>
    <dgm:pt modelId="{86493156-D628-4E07-B144-D87E371790C1}" type="sibTrans" cxnId="{C5595F0F-4D51-47D0-A911-14C67CECA082}">
      <dgm:prSet/>
      <dgm:spPr/>
      <dgm:t>
        <a:bodyPr/>
        <a:lstStyle/>
        <a:p>
          <a:endParaRPr lang="en-AU"/>
        </a:p>
      </dgm:t>
    </dgm:pt>
    <dgm:pt modelId="{F3F1DA46-54E4-498D-881F-11B568C5431C}" type="pres">
      <dgm:prSet presAssocID="{D79FF33A-7185-4901-8750-196132B95450}" presName="Name0" presStyleCnt="0">
        <dgm:presLayoutVars>
          <dgm:dir/>
          <dgm:animOne val="branch"/>
          <dgm:animLvl val="lvl"/>
        </dgm:presLayoutVars>
      </dgm:prSet>
      <dgm:spPr/>
    </dgm:pt>
    <dgm:pt modelId="{E67787E5-2E14-44EE-8269-C5C6FCC64151}" type="pres">
      <dgm:prSet presAssocID="{EF48F93F-B15F-47F7-9C7D-4BC465137CEE}" presName="chaos" presStyleCnt="0"/>
      <dgm:spPr/>
    </dgm:pt>
    <dgm:pt modelId="{ED388FB1-A967-4AAF-B406-7760F514E850}" type="pres">
      <dgm:prSet presAssocID="{EF48F93F-B15F-47F7-9C7D-4BC465137CEE}" presName="parTx1" presStyleLbl="revTx" presStyleIdx="0" presStyleCnt="5"/>
      <dgm:spPr/>
    </dgm:pt>
    <dgm:pt modelId="{C954A20D-2024-4A8B-93B0-43CAB6047928}" type="pres">
      <dgm:prSet presAssocID="{EF48F93F-B15F-47F7-9C7D-4BC465137CEE}" presName="c1" presStyleLbl="node1" presStyleIdx="0" presStyleCnt="19"/>
      <dgm:spPr/>
    </dgm:pt>
    <dgm:pt modelId="{6248E712-3B2E-48A6-9716-9D86E96CD5E2}" type="pres">
      <dgm:prSet presAssocID="{EF48F93F-B15F-47F7-9C7D-4BC465137CEE}" presName="c2" presStyleLbl="node1" presStyleIdx="1" presStyleCnt="19"/>
      <dgm:spPr/>
    </dgm:pt>
    <dgm:pt modelId="{CC63F959-6093-474F-84F4-2F93D0C91020}" type="pres">
      <dgm:prSet presAssocID="{EF48F93F-B15F-47F7-9C7D-4BC465137CEE}" presName="c3" presStyleLbl="node1" presStyleIdx="2" presStyleCnt="19"/>
      <dgm:spPr/>
    </dgm:pt>
    <dgm:pt modelId="{1D2342EE-1223-4851-A247-201840274FF5}" type="pres">
      <dgm:prSet presAssocID="{EF48F93F-B15F-47F7-9C7D-4BC465137CEE}" presName="c4" presStyleLbl="node1" presStyleIdx="3" presStyleCnt="19"/>
      <dgm:spPr/>
    </dgm:pt>
    <dgm:pt modelId="{F068368D-61C5-41E7-90A1-82CBAA847424}" type="pres">
      <dgm:prSet presAssocID="{EF48F93F-B15F-47F7-9C7D-4BC465137CEE}" presName="c5" presStyleLbl="node1" presStyleIdx="4" presStyleCnt="19"/>
      <dgm:spPr/>
    </dgm:pt>
    <dgm:pt modelId="{71C4307D-E012-4011-B0E2-D4C6CFC863B2}" type="pres">
      <dgm:prSet presAssocID="{EF48F93F-B15F-47F7-9C7D-4BC465137CEE}" presName="c6" presStyleLbl="node1" presStyleIdx="5" presStyleCnt="19"/>
      <dgm:spPr/>
    </dgm:pt>
    <dgm:pt modelId="{EE457BAF-3C9B-48E2-BD2B-9360669EC27F}" type="pres">
      <dgm:prSet presAssocID="{EF48F93F-B15F-47F7-9C7D-4BC465137CEE}" presName="c7" presStyleLbl="node1" presStyleIdx="6" presStyleCnt="19"/>
      <dgm:spPr/>
    </dgm:pt>
    <dgm:pt modelId="{B602B4E8-0062-41D7-8EC1-17E048478C45}" type="pres">
      <dgm:prSet presAssocID="{EF48F93F-B15F-47F7-9C7D-4BC465137CEE}" presName="c8" presStyleLbl="node1" presStyleIdx="7" presStyleCnt="19"/>
      <dgm:spPr/>
    </dgm:pt>
    <dgm:pt modelId="{EFA98217-F660-487B-AF06-A6C4B54764C0}" type="pres">
      <dgm:prSet presAssocID="{EF48F93F-B15F-47F7-9C7D-4BC465137CEE}" presName="c9" presStyleLbl="node1" presStyleIdx="8" presStyleCnt="19"/>
      <dgm:spPr/>
    </dgm:pt>
    <dgm:pt modelId="{676A4F7C-14A5-4B5C-A464-BF47A4EAAF5A}" type="pres">
      <dgm:prSet presAssocID="{EF48F93F-B15F-47F7-9C7D-4BC465137CEE}" presName="c10" presStyleLbl="node1" presStyleIdx="9" presStyleCnt="19"/>
      <dgm:spPr/>
    </dgm:pt>
    <dgm:pt modelId="{BCBB0EC8-7F1F-4E68-95B0-8A1678F59CB4}" type="pres">
      <dgm:prSet presAssocID="{EF48F93F-B15F-47F7-9C7D-4BC465137CEE}" presName="c11" presStyleLbl="node1" presStyleIdx="10" presStyleCnt="19"/>
      <dgm:spPr/>
    </dgm:pt>
    <dgm:pt modelId="{39B75BB6-A184-46C3-9D2F-B0D1DEFDC059}" type="pres">
      <dgm:prSet presAssocID="{EF48F93F-B15F-47F7-9C7D-4BC465137CEE}" presName="c12" presStyleLbl="node1" presStyleIdx="11" presStyleCnt="19"/>
      <dgm:spPr/>
    </dgm:pt>
    <dgm:pt modelId="{ACF9CF7A-5FC1-4233-9BDE-F3E47E4B4284}" type="pres">
      <dgm:prSet presAssocID="{EF48F93F-B15F-47F7-9C7D-4BC465137CEE}" presName="c13" presStyleLbl="node1" presStyleIdx="12" presStyleCnt="19"/>
      <dgm:spPr/>
    </dgm:pt>
    <dgm:pt modelId="{1DEF2DCD-0C33-448C-8515-D18080876D6D}" type="pres">
      <dgm:prSet presAssocID="{EF48F93F-B15F-47F7-9C7D-4BC465137CEE}" presName="c14" presStyleLbl="node1" presStyleIdx="13" presStyleCnt="19"/>
      <dgm:spPr/>
    </dgm:pt>
    <dgm:pt modelId="{43DC2127-A688-4B42-BDD2-3261F67BF314}" type="pres">
      <dgm:prSet presAssocID="{EF48F93F-B15F-47F7-9C7D-4BC465137CEE}" presName="c15" presStyleLbl="node1" presStyleIdx="14" presStyleCnt="19"/>
      <dgm:spPr/>
    </dgm:pt>
    <dgm:pt modelId="{3371A806-F11F-41EA-98B5-7EFD4CB00C40}" type="pres">
      <dgm:prSet presAssocID="{EF48F93F-B15F-47F7-9C7D-4BC465137CEE}" presName="c16" presStyleLbl="node1" presStyleIdx="15" presStyleCnt="19"/>
      <dgm:spPr/>
    </dgm:pt>
    <dgm:pt modelId="{8B8AC212-4FDF-4288-BF42-505F68FFD3D8}" type="pres">
      <dgm:prSet presAssocID="{EF48F93F-B15F-47F7-9C7D-4BC465137CEE}" presName="c17" presStyleLbl="node1" presStyleIdx="16" presStyleCnt="19"/>
      <dgm:spPr/>
    </dgm:pt>
    <dgm:pt modelId="{2A41177E-3548-43E8-9596-116493BA817F}" type="pres">
      <dgm:prSet presAssocID="{EF48F93F-B15F-47F7-9C7D-4BC465137CEE}" presName="c18" presStyleLbl="node1" presStyleIdx="17" presStyleCnt="19"/>
      <dgm:spPr/>
    </dgm:pt>
    <dgm:pt modelId="{B5418D1F-764F-4E34-98E2-52306C975C07}" type="pres">
      <dgm:prSet presAssocID="{802C53C4-8E35-4767-B849-074075976388}" presName="chevronComposite1" presStyleCnt="0"/>
      <dgm:spPr/>
    </dgm:pt>
    <dgm:pt modelId="{EDDA887F-48D2-4390-A470-A55E9FC9650C}" type="pres">
      <dgm:prSet presAssocID="{802C53C4-8E35-4767-B849-074075976388}" presName="chevron1" presStyleLbl="sibTrans2D1" presStyleIdx="0" presStyleCnt="5"/>
      <dgm:spPr/>
    </dgm:pt>
    <dgm:pt modelId="{4F82A56C-19F3-4972-9A9C-02C8C7E67915}" type="pres">
      <dgm:prSet presAssocID="{802C53C4-8E35-4767-B849-074075976388}" presName="spChevron1" presStyleCnt="0"/>
      <dgm:spPr/>
    </dgm:pt>
    <dgm:pt modelId="{AB334840-012C-4352-ACEF-FC38BC132724}" type="pres">
      <dgm:prSet presAssocID="{E6579C1E-DDF7-4FD9-B383-DDCB30FBBF5B}" presName="middle" presStyleCnt="0"/>
      <dgm:spPr/>
    </dgm:pt>
    <dgm:pt modelId="{3FE51A96-75E2-4F82-9B94-B88C62E5D7C1}" type="pres">
      <dgm:prSet presAssocID="{E6579C1E-DDF7-4FD9-B383-DDCB30FBBF5B}" presName="parTxMid" presStyleLbl="revTx" presStyleIdx="1" presStyleCnt="5"/>
      <dgm:spPr/>
    </dgm:pt>
    <dgm:pt modelId="{028FD5DA-7BD8-415A-91C7-903682C6101A}" type="pres">
      <dgm:prSet presAssocID="{E6579C1E-DDF7-4FD9-B383-DDCB30FBBF5B}" presName="spMid" presStyleCnt="0"/>
      <dgm:spPr/>
    </dgm:pt>
    <dgm:pt modelId="{5F20A0ED-035C-4EF5-BAF2-A9DC4538B7FB}" type="pres">
      <dgm:prSet presAssocID="{AF66495B-E4DB-4451-BC6B-9EB938D76A83}" presName="chevronComposite1" presStyleCnt="0"/>
      <dgm:spPr/>
    </dgm:pt>
    <dgm:pt modelId="{DFC121C2-3036-4ABF-8C74-0A6A85BA6270}" type="pres">
      <dgm:prSet presAssocID="{AF66495B-E4DB-4451-BC6B-9EB938D76A83}" presName="chevron1" presStyleLbl="sibTrans2D1" presStyleIdx="1" presStyleCnt="5"/>
      <dgm:spPr/>
    </dgm:pt>
    <dgm:pt modelId="{C664090B-B03B-4D2B-BD48-F3E4BE6A07E6}" type="pres">
      <dgm:prSet presAssocID="{AF66495B-E4DB-4451-BC6B-9EB938D76A83}" presName="spChevron1" presStyleCnt="0"/>
      <dgm:spPr/>
    </dgm:pt>
    <dgm:pt modelId="{A515A701-B5C2-4C22-B319-4576748298B0}" type="pres">
      <dgm:prSet presAssocID="{EDEB38AE-6639-4492-A8EF-263115A79DF6}" presName="middle" presStyleCnt="0"/>
      <dgm:spPr/>
    </dgm:pt>
    <dgm:pt modelId="{FDD62E71-19F8-4AA1-89A3-B81E8452B1FF}" type="pres">
      <dgm:prSet presAssocID="{EDEB38AE-6639-4492-A8EF-263115A79DF6}" presName="parTxMid" presStyleLbl="revTx" presStyleIdx="2" presStyleCnt="5"/>
      <dgm:spPr/>
    </dgm:pt>
    <dgm:pt modelId="{FDDF7484-EBAA-409C-8A3C-A4E4410E346A}" type="pres">
      <dgm:prSet presAssocID="{EDEB38AE-6639-4492-A8EF-263115A79DF6}" presName="spMid" presStyleCnt="0"/>
      <dgm:spPr/>
    </dgm:pt>
    <dgm:pt modelId="{0A45F384-F9B0-4A5D-8FF2-948996316901}" type="pres">
      <dgm:prSet presAssocID="{A80C77BC-224D-481D-9084-1502F38EF763}" presName="chevronComposite1" presStyleCnt="0"/>
      <dgm:spPr/>
    </dgm:pt>
    <dgm:pt modelId="{C0D1BAAB-A8FA-4D82-A969-45FE8D4052FA}" type="pres">
      <dgm:prSet presAssocID="{A80C77BC-224D-481D-9084-1502F38EF763}" presName="chevron1" presStyleLbl="sibTrans2D1" presStyleIdx="2" presStyleCnt="5"/>
      <dgm:spPr/>
    </dgm:pt>
    <dgm:pt modelId="{E75D45E2-9E64-45F5-82D9-B9BEF21F3EA7}" type="pres">
      <dgm:prSet presAssocID="{A80C77BC-224D-481D-9084-1502F38EF763}" presName="spChevron1" presStyleCnt="0"/>
      <dgm:spPr/>
    </dgm:pt>
    <dgm:pt modelId="{90A0CF2E-D3B8-41C6-A066-A152C82AF4FB}" type="pres">
      <dgm:prSet presAssocID="{5689042E-A2BD-48CF-A36D-284E8530692E}" presName="middle" presStyleCnt="0"/>
      <dgm:spPr/>
    </dgm:pt>
    <dgm:pt modelId="{01225305-92EA-4073-AE84-6958C04FF56E}" type="pres">
      <dgm:prSet presAssocID="{5689042E-A2BD-48CF-A36D-284E8530692E}" presName="parTxMid" presStyleLbl="revTx" presStyleIdx="3" presStyleCnt="5"/>
      <dgm:spPr/>
    </dgm:pt>
    <dgm:pt modelId="{795ABBC0-C0D8-49FA-9FC5-33844485C4E6}" type="pres">
      <dgm:prSet presAssocID="{5689042E-A2BD-48CF-A36D-284E8530692E}" presName="spMid" presStyleCnt="0"/>
      <dgm:spPr/>
    </dgm:pt>
    <dgm:pt modelId="{33AF2205-9867-4B22-96A7-82CFD12246E4}" type="pres">
      <dgm:prSet presAssocID="{FCA4C828-3068-4503-B48F-69C522034DE1}" presName="chevronComposite1" presStyleCnt="0"/>
      <dgm:spPr/>
    </dgm:pt>
    <dgm:pt modelId="{503357D6-E166-4E1E-B299-A79B400B013E}" type="pres">
      <dgm:prSet presAssocID="{FCA4C828-3068-4503-B48F-69C522034DE1}" presName="chevron1" presStyleLbl="sibTrans2D1" presStyleIdx="3" presStyleCnt="5"/>
      <dgm:spPr/>
    </dgm:pt>
    <dgm:pt modelId="{823BAE69-00B4-41CC-933D-F829E0F659C6}" type="pres">
      <dgm:prSet presAssocID="{FCA4C828-3068-4503-B48F-69C522034DE1}" presName="spChevron1" presStyleCnt="0"/>
      <dgm:spPr/>
    </dgm:pt>
    <dgm:pt modelId="{69548AA2-435A-4398-BCAB-A41B3E575330}" type="pres">
      <dgm:prSet presAssocID="{75FF786B-5389-4E7F-88A2-F4C363F73B86}" presName="middle" presStyleCnt="0"/>
      <dgm:spPr/>
    </dgm:pt>
    <dgm:pt modelId="{6B9964A6-DDAC-47A2-B557-A157044A75DD}" type="pres">
      <dgm:prSet presAssocID="{75FF786B-5389-4E7F-88A2-F4C363F73B86}" presName="parTxMid" presStyleLbl="revTx" presStyleIdx="4" presStyleCnt="5"/>
      <dgm:spPr/>
    </dgm:pt>
    <dgm:pt modelId="{E366B9D7-A944-49F6-A8AD-A53B8201E792}" type="pres">
      <dgm:prSet presAssocID="{75FF786B-5389-4E7F-88A2-F4C363F73B86}" presName="spMid" presStyleCnt="0"/>
      <dgm:spPr/>
    </dgm:pt>
    <dgm:pt modelId="{576DDEEE-F50B-4C4E-8C52-F763AE6BF821}" type="pres">
      <dgm:prSet presAssocID="{D73CDDD0-6B0F-47BA-A584-76CA695C2138}" presName="chevronComposite1" presStyleCnt="0"/>
      <dgm:spPr/>
    </dgm:pt>
    <dgm:pt modelId="{7A1D9657-52BF-4AA3-9A0F-987403505ED9}" type="pres">
      <dgm:prSet presAssocID="{D73CDDD0-6B0F-47BA-A584-76CA695C2138}" presName="chevron1" presStyleLbl="sibTrans2D1" presStyleIdx="4" presStyleCnt="5"/>
      <dgm:spPr/>
    </dgm:pt>
    <dgm:pt modelId="{4B7FA263-C179-4B5A-8EB4-6F522B5FA25C}" type="pres">
      <dgm:prSet presAssocID="{D73CDDD0-6B0F-47BA-A584-76CA695C2138}" presName="spChevron1" presStyleCnt="0"/>
      <dgm:spPr/>
    </dgm:pt>
    <dgm:pt modelId="{C0FFD3A5-EC38-45D1-83B8-F4D917CDE119}" type="pres">
      <dgm:prSet presAssocID="{FAE09305-FCE2-404D-8610-58098FD4B775}" presName="last" presStyleCnt="0"/>
      <dgm:spPr/>
    </dgm:pt>
    <dgm:pt modelId="{90BD8488-4375-439B-A449-5559DF9BDD99}" type="pres">
      <dgm:prSet presAssocID="{FAE09305-FCE2-404D-8610-58098FD4B775}" presName="circleTx" presStyleLbl="node1" presStyleIdx="18" presStyleCnt="19"/>
      <dgm:spPr/>
    </dgm:pt>
    <dgm:pt modelId="{053159DB-7CCD-44FD-850A-0F47A3592963}" type="pres">
      <dgm:prSet presAssocID="{FAE09305-FCE2-404D-8610-58098FD4B775}" presName="spN" presStyleCnt="0"/>
      <dgm:spPr/>
    </dgm:pt>
  </dgm:ptLst>
  <dgm:cxnLst>
    <dgm:cxn modelId="{C5595F0F-4D51-47D0-A911-14C67CECA082}" srcId="{D79FF33A-7185-4901-8750-196132B95450}" destId="{FAE09305-FCE2-404D-8610-58098FD4B775}" srcOrd="5" destOrd="0" parTransId="{595E3602-6053-41AA-884D-F9B788E72611}" sibTransId="{86493156-D628-4E07-B144-D87E371790C1}"/>
    <dgm:cxn modelId="{FF087527-4731-4CB5-8B15-4215C8988303}" type="presOf" srcId="{5689042E-A2BD-48CF-A36D-284E8530692E}" destId="{01225305-92EA-4073-AE84-6958C04FF56E}" srcOrd="0" destOrd="0" presId="urn:microsoft.com/office/officeart/2009/3/layout/RandomtoResultProcess"/>
    <dgm:cxn modelId="{79ABFA28-E013-427B-9939-317BA597729B}" srcId="{D79FF33A-7185-4901-8750-196132B95450}" destId="{EF48F93F-B15F-47F7-9C7D-4BC465137CEE}" srcOrd="0" destOrd="0" parTransId="{1DB4C14A-64BF-4606-96F5-771A2422B98E}" sibTransId="{802C53C4-8E35-4767-B849-074075976388}"/>
    <dgm:cxn modelId="{41213148-7CA0-4B32-973D-94D156A10CBD}" type="presOf" srcId="{EF48F93F-B15F-47F7-9C7D-4BC465137CEE}" destId="{ED388FB1-A967-4AAF-B406-7760F514E850}" srcOrd="0" destOrd="0" presId="urn:microsoft.com/office/officeart/2009/3/layout/RandomtoResultProcess"/>
    <dgm:cxn modelId="{DC83EA58-617B-4BF7-A13E-9D32FD6D86C8}" srcId="{D79FF33A-7185-4901-8750-196132B95450}" destId="{5689042E-A2BD-48CF-A36D-284E8530692E}" srcOrd="3" destOrd="0" parTransId="{0540BC56-E65B-41CD-9906-0BD2B5B0EE53}" sibTransId="{FCA4C828-3068-4503-B48F-69C522034DE1}"/>
    <dgm:cxn modelId="{206B5875-0D84-48C7-8FE6-CCBECA32799F}" srcId="{D79FF33A-7185-4901-8750-196132B95450}" destId="{E6579C1E-DDF7-4FD9-B383-DDCB30FBBF5B}" srcOrd="1" destOrd="0" parTransId="{6DE4818E-E3C8-40C6-A0C2-2CCF0674E363}" sibTransId="{AF66495B-E4DB-4451-BC6B-9EB938D76A83}"/>
    <dgm:cxn modelId="{0F877982-F23E-4709-86B4-743AC2D57F0F}" type="presOf" srcId="{E6579C1E-DDF7-4FD9-B383-DDCB30FBBF5B}" destId="{3FE51A96-75E2-4F82-9B94-B88C62E5D7C1}" srcOrd="0" destOrd="0" presId="urn:microsoft.com/office/officeart/2009/3/layout/RandomtoResultProcess"/>
    <dgm:cxn modelId="{C58A32AF-EE7A-4587-9274-E486E59E4D1A}" type="presOf" srcId="{D79FF33A-7185-4901-8750-196132B95450}" destId="{F3F1DA46-54E4-498D-881F-11B568C5431C}" srcOrd="0" destOrd="0" presId="urn:microsoft.com/office/officeart/2009/3/layout/RandomtoResultProcess"/>
    <dgm:cxn modelId="{0CEEFDC4-D135-41FF-B366-4CAEED916140}" type="presOf" srcId="{FAE09305-FCE2-404D-8610-58098FD4B775}" destId="{90BD8488-4375-439B-A449-5559DF9BDD99}" srcOrd="0" destOrd="0" presId="urn:microsoft.com/office/officeart/2009/3/layout/RandomtoResultProcess"/>
    <dgm:cxn modelId="{06982FCC-A39A-469A-95DA-8AADDA18C3A7}" type="presOf" srcId="{75FF786B-5389-4E7F-88A2-F4C363F73B86}" destId="{6B9964A6-DDAC-47A2-B557-A157044A75DD}" srcOrd="0" destOrd="0" presId="urn:microsoft.com/office/officeart/2009/3/layout/RandomtoResultProcess"/>
    <dgm:cxn modelId="{5DC1ADD9-8473-429D-BEA6-C4BA109419C3}" srcId="{D79FF33A-7185-4901-8750-196132B95450}" destId="{75FF786B-5389-4E7F-88A2-F4C363F73B86}" srcOrd="4" destOrd="0" parTransId="{E23168F9-F882-49B1-888E-2419DFC85C8B}" sibTransId="{D73CDDD0-6B0F-47BA-A584-76CA695C2138}"/>
    <dgm:cxn modelId="{089602DC-031F-4C94-A24A-1B47A7AB1911}" type="presOf" srcId="{EDEB38AE-6639-4492-A8EF-263115A79DF6}" destId="{FDD62E71-19F8-4AA1-89A3-B81E8452B1FF}" srcOrd="0" destOrd="0" presId="urn:microsoft.com/office/officeart/2009/3/layout/RandomtoResultProcess"/>
    <dgm:cxn modelId="{41DF5EE1-262A-48DB-8A33-A2DE3C84DD80}" srcId="{D79FF33A-7185-4901-8750-196132B95450}" destId="{EDEB38AE-6639-4492-A8EF-263115A79DF6}" srcOrd="2" destOrd="0" parTransId="{56B1D2D5-CC1D-40F5-AB3F-D4D8F263319C}" sibTransId="{A80C77BC-224D-481D-9084-1502F38EF763}"/>
    <dgm:cxn modelId="{E3418CA8-F2C1-4712-952B-AF5329961497}" type="presParOf" srcId="{F3F1DA46-54E4-498D-881F-11B568C5431C}" destId="{E67787E5-2E14-44EE-8269-C5C6FCC64151}" srcOrd="0" destOrd="0" presId="urn:microsoft.com/office/officeart/2009/3/layout/RandomtoResultProcess"/>
    <dgm:cxn modelId="{DD88A76E-AF7D-4CAB-AE8B-B7C401067FA5}" type="presParOf" srcId="{E67787E5-2E14-44EE-8269-C5C6FCC64151}" destId="{ED388FB1-A967-4AAF-B406-7760F514E850}" srcOrd="0" destOrd="0" presId="urn:microsoft.com/office/officeart/2009/3/layout/RandomtoResultProcess"/>
    <dgm:cxn modelId="{D74234A3-7E92-476F-8180-A03B112366F0}" type="presParOf" srcId="{E67787E5-2E14-44EE-8269-C5C6FCC64151}" destId="{C954A20D-2024-4A8B-93B0-43CAB6047928}" srcOrd="1" destOrd="0" presId="urn:microsoft.com/office/officeart/2009/3/layout/RandomtoResultProcess"/>
    <dgm:cxn modelId="{BF0165D3-D086-4ABF-9FB6-F94D9338B62B}" type="presParOf" srcId="{E67787E5-2E14-44EE-8269-C5C6FCC64151}" destId="{6248E712-3B2E-48A6-9716-9D86E96CD5E2}" srcOrd="2" destOrd="0" presId="urn:microsoft.com/office/officeart/2009/3/layout/RandomtoResultProcess"/>
    <dgm:cxn modelId="{42CF1B05-46AA-4C2E-B63D-48E14D9EB3F4}" type="presParOf" srcId="{E67787E5-2E14-44EE-8269-C5C6FCC64151}" destId="{CC63F959-6093-474F-84F4-2F93D0C91020}" srcOrd="3" destOrd="0" presId="urn:microsoft.com/office/officeart/2009/3/layout/RandomtoResultProcess"/>
    <dgm:cxn modelId="{46E24314-3616-43B0-939E-646C5B6EFF19}" type="presParOf" srcId="{E67787E5-2E14-44EE-8269-C5C6FCC64151}" destId="{1D2342EE-1223-4851-A247-201840274FF5}" srcOrd="4" destOrd="0" presId="urn:microsoft.com/office/officeart/2009/3/layout/RandomtoResultProcess"/>
    <dgm:cxn modelId="{3D8B15AD-00A2-4D31-A5B8-92A9A41F1037}" type="presParOf" srcId="{E67787E5-2E14-44EE-8269-C5C6FCC64151}" destId="{F068368D-61C5-41E7-90A1-82CBAA847424}" srcOrd="5" destOrd="0" presId="urn:microsoft.com/office/officeart/2009/3/layout/RandomtoResultProcess"/>
    <dgm:cxn modelId="{AC611E5C-B5EB-4145-8E7F-AB24043B0ECA}" type="presParOf" srcId="{E67787E5-2E14-44EE-8269-C5C6FCC64151}" destId="{71C4307D-E012-4011-B0E2-D4C6CFC863B2}" srcOrd="6" destOrd="0" presId="urn:microsoft.com/office/officeart/2009/3/layout/RandomtoResultProcess"/>
    <dgm:cxn modelId="{75B120DC-36E0-4DB0-853B-7A660AF3A201}" type="presParOf" srcId="{E67787E5-2E14-44EE-8269-C5C6FCC64151}" destId="{EE457BAF-3C9B-48E2-BD2B-9360669EC27F}" srcOrd="7" destOrd="0" presId="urn:microsoft.com/office/officeart/2009/3/layout/RandomtoResultProcess"/>
    <dgm:cxn modelId="{CDAC29E0-6AC8-4E40-87B4-412D8D3862BB}" type="presParOf" srcId="{E67787E5-2E14-44EE-8269-C5C6FCC64151}" destId="{B602B4E8-0062-41D7-8EC1-17E048478C45}" srcOrd="8" destOrd="0" presId="urn:microsoft.com/office/officeart/2009/3/layout/RandomtoResultProcess"/>
    <dgm:cxn modelId="{267AF075-FD6B-4722-8A96-3D11B629358C}" type="presParOf" srcId="{E67787E5-2E14-44EE-8269-C5C6FCC64151}" destId="{EFA98217-F660-487B-AF06-A6C4B54764C0}" srcOrd="9" destOrd="0" presId="urn:microsoft.com/office/officeart/2009/3/layout/RandomtoResultProcess"/>
    <dgm:cxn modelId="{765D99A0-610E-4521-82B1-4E7432F763E0}" type="presParOf" srcId="{E67787E5-2E14-44EE-8269-C5C6FCC64151}" destId="{676A4F7C-14A5-4B5C-A464-BF47A4EAAF5A}" srcOrd="10" destOrd="0" presId="urn:microsoft.com/office/officeart/2009/3/layout/RandomtoResultProcess"/>
    <dgm:cxn modelId="{45AF9211-6987-47C4-9267-9E2A09A081DC}" type="presParOf" srcId="{E67787E5-2E14-44EE-8269-C5C6FCC64151}" destId="{BCBB0EC8-7F1F-4E68-95B0-8A1678F59CB4}" srcOrd="11" destOrd="0" presId="urn:microsoft.com/office/officeart/2009/3/layout/RandomtoResultProcess"/>
    <dgm:cxn modelId="{8BEC8822-F99D-4F94-8238-77C987C84804}" type="presParOf" srcId="{E67787E5-2E14-44EE-8269-C5C6FCC64151}" destId="{39B75BB6-A184-46C3-9D2F-B0D1DEFDC059}" srcOrd="12" destOrd="0" presId="urn:microsoft.com/office/officeart/2009/3/layout/RandomtoResultProcess"/>
    <dgm:cxn modelId="{10937475-5BA6-43C9-846F-264CB825ABF1}" type="presParOf" srcId="{E67787E5-2E14-44EE-8269-C5C6FCC64151}" destId="{ACF9CF7A-5FC1-4233-9BDE-F3E47E4B4284}" srcOrd="13" destOrd="0" presId="urn:microsoft.com/office/officeart/2009/3/layout/RandomtoResultProcess"/>
    <dgm:cxn modelId="{85D152F6-707E-4544-B346-80211A2A2D62}" type="presParOf" srcId="{E67787E5-2E14-44EE-8269-C5C6FCC64151}" destId="{1DEF2DCD-0C33-448C-8515-D18080876D6D}" srcOrd="14" destOrd="0" presId="urn:microsoft.com/office/officeart/2009/3/layout/RandomtoResultProcess"/>
    <dgm:cxn modelId="{B9778E60-C7B2-4E18-A537-364EB11EC379}" type="presParOf" srcId="{E67787E5-2E14-44EE-8269-C5C6FCC64151}" destId="{43DC2127-A688-4B42-BDD2-3261F67BF314}" srcOrd="15" destOrd="0" presId="urn:microsoft.com/office/officeart/2009/3/layout/RandomtoResultProcess"/>
    <dgm:cxn modelId="{F4A0546D-7E91-4986-A292-AB5776E266F0}" type="presParOf" srcId="{E67787E5-2E14-44EE-8269-C5C6FCC64151}" destId="{3371A806-F11F-41EA-98B5-7EFD4CB00C40}" srcOrd="16" destOrd="0" presId="urn:microsoft.com/office/officeart/2009/3/layout/RandomtoResultProcess"/>
    <dgm:cxn modelId="{38EB0D3A-DC1C-4B04-8A14-2E597157D77A}" type="presParOf" srcId="{E67787E5-2E14-44EE-8269-C5C6FCC64151}" destId="{8B8AC212-4FDF-4288-BF42-505F68FFD3D8}" srcOrd="17" destOrd="0" presId="urn:microsoft.com/office/officeart/2009/3/layout/RandomtoResultProcess"/>
    <dgm:cxn modelId="{8375CCC4-25EB-4175-89E2-8F1FD4C4711D}" type="presParOf" srcId="{E67787E5-2E14-44EE-8269-C5C6FCC64151}" destId="{2A41177E-3548-43E8-9596-116493BA817F}" srcOrd="18" destOrd="0" presId="urn:microsoft.com/office/officeart/2009/3/layout/RandomtoResultProcess"/>
    <dgm:cxn modelId="{2E874C22-E3EA-4BC2-B14D-A4415F2E8F19}" type="presParOf" srcId="{F3F1DA46-54E4-498D-881F-11B568C5431C}" destId="{B5418D1F-764F-4E34-98E2-52306C975C07}" srcOrd="1" destOrd="0" presId="urn:microsoft.com/office/officeart/2009/3/layout/RandomtoResultProcess"/>
    <dgm:cxn modelId="{376EBAA0-D81A-4BD9-A9BA-F35BD4B4A7AE}" type="presParOf" srcId="{B5418D1F-764F-4E34-98E2-52306C975C07}" destId="{EDDA887F-48D2-4390-A470-A55E9FC9650C}" srcOrd="0" destOrd="0" presId="urn:microsoft.com/office/officeart/2009/3/layout/RandomtoResultProcess"/>
    <dgm:cxn modelId="{21BB0E22-CC55-4A79-B343-04E26E75D67C}" type="presParOf" srcId="{B5418D1F-764F-4E34-98E2-52306C975C07}" destId="{4F82A56C-19F3-4972-9A9C-02C8C7E67915}" srcOrd="1" destOrd="0" presId="urn:microsoft.com/office/officeart/2009/3/layout/RandomtoResultProcess"/>
    <dgm:cxn modelId="{B59F0DBC-9052-4BFC-9417-D72698360D39}" type="presParOf" srcId="{F3F1DA46-54E4-498D-881F-11B568C5431C}" destId="{AB334840-012C-4352-ACEF-FC38BC132724}" srcOrd="2" destOrd="0" presId="urn:microsoft.com/office/officeart/2009/3/layout/RandomtoResultProcess"/>
    <dgm:cxn modelId="{BC53B47F-D18A-4A45-8CA6-D45A99B83AFC}" type="presParOf" srcId="{AB334840-012C-4352-ACEF-FC38BC132724}" destId="{3FE51A96-75E2-4F82-9B94-B88C62E5D7C1}" srcOrd="0" destOrd="0" presId="urn:microsoft.com/office/officeart/2009/3/layout/RandomtoResultProcess"/>
    <dgm:cxn modelId="{4E2278FD-4E91-4B9F-B0B5-1175BEAF0087}" type="presParOf" srcId="{AB334840-012C-4352-ACEF-FC38BC132724}" destId="{028FD5DA-7BD8-415A-91C7-903682C6101A}" srcOrd="1" destOrd="0" presId="urn:microsoft.com/office/officeart/2009/3/layout/RandomtoResultProcess"/>
    <dgm:cxn modelId="{A0A81784-CFBD-4FD1-AC49-423F1C339BB0}" type="presParOf" srcId="{F3F1DA46-54E4-498D-881F-11B568C5431C}" destId="{5F20A0ED-035C-4EF5-BAF2-A9DC4538B7FB}" srcOrd="3" destOrd="0" presId="urn:microsoft.com/office/officeart/2009/3/layout/RandomtoResultProcess"/>
    <dgm:cxn modelId="{919D41E9-7FDB-4A11-BF26-EA3987F8CAC1}" type="presParOf" srcId="{5F20A0ED-035C-4EF5-BAF2-A9DC4538B7FB}" destId="{DFC121C2-3036-4ABF-8C74-0A6A85BA6270}" srcOrd="0" destOrd="0" presId="urn:microsoft.com/office/officeart/2009/3/layout/RandomtoResultProcess"/>
    <dgm:cxn modelId="{D9366DCC-3C0F-45D4-83EA-760362DFD723}" type="presParOf" srcId="{5F20A0ED-035C-4EF5-BAF2-A9DC4538B7FB}" destId="{C664090B-B03B-4D2B-BD48-F3E4BE6A07E6}" srcOrd="1" destOrd="0" presId="urn:microsoft.com/office/officeart/2009/3/layout/RandomtoResultProcess"/>
    <dgm:cxn modelId="{C149DCCC-4F90-4346-8DCE-413C2FF4CDAE}" type="presParOf" srcId="{F3F1DA46-54E4-498D-881F-11B568C5431C}" destId="{A515A701-B5C2-4C22-B319-4576748298B0}" srcOrd="4" destOrd="0" presId="urn:microsoft.com/office/officeart/2009/3/layout/RandomtoResultProcess"/>
    <dgm:cxn modelId="{E0221A8B-3FD6-431C-BC0E-9F26BDB3EE6B}" type="presParOf" srcId="{A515A701-B5C2-4C22-B319-4576748298B0}" destId="{FDD62E71-19F8-4AA1-89A3-B81E8452B1FF}" srcOrd="0" destOrd="0" presId="urn:microsoft.com/office/officeart/2009/3/layout/RandomtoResultProcess"/>
    <dgm:cxn modelId="{83F8A488-FBFB-4FCA-9B17-7A53FA42F48A}" type="presParOf" srcId="{A515A701-B5C2-4C22-B319-4576748298B0}" destId="{FDDF7484-EBAA-409C-8A3C-A4E4410E346A}" srcOrd="1" destOrd="0" presId="urn:microsoft.com/office/officeart/2009/3/layout/RandomtoResultProcess"/>
    <dgm:cxn modelId="{69FC5436-5097-493F-B966-3435FE307866}" type="presParOf" srcId="{F3F1DA46-54E4-498D-881F-11B568C5431C}" destId="{0A45F384-F9B0-4A5D-8FF2-948996316901}" srcOrd="5" destOrd="0" presId="urn:microsoft.com/office/officeart/2009/3/layout/RandomtoResultProcess"/>
    <dgm:cxn modelId="{E3E42A86-A355-43B2-AB61-EB8C98CD9286}" type="presParOf" srcId="{0A45F384-F9B0-4A5D-8FF2-948996316901}" destId="{C0D1BAAB-A8FA-4D82-A969-45FE8D4052FA}" srcOrd="0" destOrd="0" presId="urn:microsoft.com/office/officeart/2009/3/layout/RandomtoResultProcess"/>
    <dgm:cxn modelId="{DBD94B65-B366-4822-BD29-69B078D35CCF}" type="presParOf" srcId="{0A45F384-F9B0-4A5D-8FF2-948996316901}" destId="{E75D45E2-9E64-45F5-82D9-B9BEF21F3EA7}" srcOrd="1" destOrd="0" presId="urn:microsoft.com/office/officeart/2009/3/layout/RandomtoResultProcess"/>
    <dgm:cxn modelId="{342A8057-7758-4F98-A435-75C5122F8C90}" type="presParOf" srcId="{F3F1DA46-54E4-498D-881F-11B568C5431C}" destId="{90A0CF2E-D3B8-41C6-A066-A152C82AF4FB}" srcOrd="6" destOrd="0" presId="urn:microsoft.com/office/officeart/2009/3/layout/RandomtoResultProcess"/>
    <dgm:cxn modelId="{A0D7BCCD-825A-453F-BCFC-675968176B2F}" type="presParOf" srcId="{90A0CF2E-D3B8-41C6-A066-A152C82AF4FB}" destId="{01225305-92EA-4073-AE84-6958C04FF56E}" srcOrd="0" destOrd="0" presId="urn:microsoft.com/office/officeart/2009/3/layout/RandomtoResultProcess"/>
    <dgm:cxn modelId="{2BAE9237-EB54-4B5F-8B75-E11384B11BD9}" type="presParOf" srcId="{90A0CF2E-D3B8-41C6-A066-A152C82AF4FB}" destId="{795ABBC0-C0D8-49FA-9FC5-33844485C4E6}" srcOrd="1" destOrd="0" presId="urn:microsoft.com/office/officeart/2009/3/layout/RandomtoResultProcess"/>
    <dgm:cxn modelId="{7CFB5E5C-C7FF-4BAC-A0CE-2B5B34A0B4AA}" type="presParOf" srcId="{F3F1DA46-54E4-498D-881F-11B568C5431C}" destId="{33AF2205-9867-4B22-96A7-82CFD12246E4}" srcOrd="7" destOrd="0" presId="urn:microsoft.com/office/officeart/2009/3/layout/RandomtoResultProcess"/>
    <dgm:cxn modelId="{D06D4F32-A371-470B-BCC9-1ACE803825D9}" type="presParOf" srcId="{33AF2205-9867-4B22-96A7-82CFD12246E4}" destId="{503357D6-E166-4E1E-B299-A79B400B013E}" srcOrd="0" destOrd="0" presId="urn:microsoft.com/office/officeart/2009/3/layout/RandomtoResultProcess"/>
    <dgm:cxn modelId="{53C3C5D0-299A-49D9-B836-BAFAA3FCA5DB}" type="presParOf" srcId="{33AF2205-9867-4B22-96A7-82CFD12246E4}" destId="{823BAE69-00B4-41CC-933D-F829E0F659C6}" srcOrd="1" destOrd="0" presId="urn:microsoft.com/office/officeart/2009/3/layout/RandomtoResultProcess"/>
    <dgm:cxn modelId="{DE594A36-C93E-48EB-9D32-CB02CB888B50}" type="presParOf" srcId="{F3F1DA46-54E4-498D-881F-11B568C5431C}" destId="{69548AA2-435A-4398-BCAB-A41B3E575330}" srcOrd="8" destOrd="0" presId="urn:microsoft.com/office/officeart/2009/3/layout/RandomtoResultProcess"/>
    <dgm:cxn modelId="{C8F2B9E1-C2F0-4BEA-BA74-128C897AD6F3}" type="presParOf" srcId="{69548AA2-435A-4398-BCAB-A41B3E575330}" destId="{6B9964A6-DDAC-47A2-B557-A157044A75DD}" srcOrd="0" destOrd="0" presId="urn:microsoft.com/office/officeart/2009/3/layout/RandomtoResultProcess"/>
    <dgm:cxn modelId="{584CE3D2-3E05-4670-86CB-CD5276F72AF7}" type="presParOf" srcId="{69548AA2-435A-4398-BCAB-A41B3E575330}" destId="{E366B9D7-A944-49F6-A8AD-A53B8201E792}" srcOrd="1" destOrd="0" presId="urn:microsoft.com/office/officeart/2009/3/layout/RandomtoResultProcess"/>
    <dgm:cxn modelId="{45F4A2D2-3E8D-4223-8561-4A7851BD26DA}" type="presParOf" srcId="{F3F1DA46-54E4-498D-881F-11B568C5431C}" destId="{576DDEEE-F50B-4C4E-8C52-F763AE6BF821}" srcOrd="9" destOrd="0" presId="urn:microsoft.com/office/officeart/2009/3/layout/RandomtoResultProcess"/>
    <dgm:cxn modelId="{AF172BB9-450B-4753-9C8A-40EFB56EB4E9}" type="presParOf" srcId="{576DDEEE-F50B-4C4E-8C52-F763AE6BF821}" destId="{7A1D9657-52BF-4AA3-9A0F-987403505ED9}" srcOrd="0" destOrd="0" presId="urn:microsoft.com/office/officeart/2009/3/layout/RandomtoResultProcess"/>
    <dgm:cxn modelId="{4B0FA72C-49DB-4442-8893-6FF046144DBA}" type="presParOf" srcId="{576DDEEE-F50B-4C4E-8C52-F763AE6BF821}" destId="{4B7FA263-C179-4B5A-8EB4-6F522B5FA25C}" srcOrd="1" destOrd="0" presId="urn:microsoft.com/office/officeart/2009/3/layout/RandomtoResultProcess"/>
    <dgm:cxn modelId="{6C4334C6-BF42-488A-A8F9-DDE414AE979D}" type="presParOf" srcId="{F3F1DA46-54E4-498D-881F-11B568C5431C}" destId="{C0FFD3A5-EC38-45D1-83B8-F4D917CDE119}" srcOrd="10" destOrd="0" presId="urn:microsoft.com/office/officeart/2009/3/layout/RandomtoResultProcess"/>
    <dgm:cxn modelId="{23F603E8-D7FD-4E3E-986B-F7AB59A1ECB8}" type="presParOf" srcId="{C0FFD3A5-EC38-45D1-83B8-F4D917CDE119}" destId="{90BD8488-4375-439B-A449-5559DF9BDD99}" srcOrd="0" destOrd="0" presId="urn:microsoft.com/office/officeart/2009/3/layout/RandomtoResultProcess"/>
    <dgm:cxn modelId="{49CF471E-9A9D-400D-B945-4A6A147AE921}" type="presParOf" srcId="{C0FFD3A5-EC38-45D1-83B8-F4D917CDE119}" destId="{053159DB-7CCD-44FD-850A-0F47A3592963}" srcOrd="1" destOrd="0" presId="urn:microsoft.com/office/officeart/2009/3/layout/RandomtoResult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6856CD-CE1D-46B7-B6AF-33BC05A5AC34}">
      <dsp:nvSpPr>
        <dsp:cNvPr id="0" name=""/>
        <dsp:cNvSpPr/>
      </dsp:nvSpPr>
      <dsp:spPr>
        <a:xfrm>
          <a:off x="0" y="354885"/>
          <a:ext cx="6172199" cy="504000"/>
        </a:xfrm>
        <a:prstGeom prst="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A2678EE-0C20-4600-B03D-FEDEE8DA0234}">
      <dsp:nvSpPr>
        <dsp:cNvPr id="0" name=""/>
        <dsp:cNvSpPr/>
      </dsp:nvSpPr>
      <dsp:spPr>
        <a:xfrm>
          <a:off x="308610" y="59685"/>
          <a:ext cx="4320540" cy="590400"/>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306" tIns="0" rIns="163306" bIns="0" numCol="1" spcCol="1270" anchor="ctr" anchorCtr="0">
          <a:noAutofit/>
        </a:bodyPr>
        <a:lstStyle/>
        <a:p>
          <a:pPr marL="0" lvl="0" indent="0" algn="l" defTabSz="889000">
            <a:lnSpc>
              <a:spcPct val="90000"/>
            </a:lnSpc>
            <a:spcBef>
              <a:spcPct val="0"/>
            </a:spcBef>
            <a:spcAft>
              <a:spcPct val="35000"/>
            </a:spcAft>
            <a:buNone/>
          </a:pPr>
          <a:r>
            <a:rPr lang="en-AU" sz="2000" kern="1200"/>
            <a:t>Review of last week</a:t>
          </a:r>
          <a:endParaRPr lang="en-AU" sz="2000" kern="1200" dirty="0"/>
        </a:p>
      </dsp:txBody>
      <dsp:txXfrm>
        <a:off x="337431" y="88506"/>
        <a:ext cx="4262898" cy="532758"/>
      </dsp:txXfrm>
    </dsp:sp>
    <dsp:sp modelId="{D00F0869-8E95-9D4B-B4D8-77DA3D805AC0}">
      <dsp:nvSpPr>
        <dsp:cNvPr id="0" name=""/>
        <dsp:cNvSpPr/>
      </dsp:nvSpPr>
      <dsp:spPr>
        <a:xfrm>
          <a:off x="0" y="1262086"/>
          <a:ext cx="6172199" cy="1165500"/>
        </a:xfrm>
        <a:prstGeom prst="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79031" tIns="416560" rIns="479031" bIns="142240" numCol="1" spcCol="1270" anchor="t" anchorCtr="0">
          <a:noAutofit/>
        </a:bodyPr>
        <a:lstStyle/>
        <a:p>
          <a:pPr marL="228600" lvl="1" indent="-228600" algn="l" defTabSz="889000">
            <a:lnSpc>
              <a:spcPct val="90000"/>
            </a:lnSpc>
            <a:spcBef>
              <a:spcPct val="0"/>
            </a:spcBef>
            <a:spcAft>
              <a:spcPct val="15000"/>
            </a:spcAft>
            <a:buChar char="•"/>
          </a:pPr>
          <a:r>
            <a:rPr lang="en-AU" sz="2000" kern="1200" dirty="0"/>
            <a:t>Wireframing</a:t>
          </a:r>
        </a:p>
        <a:p>
          <a:pPr marL="228600" lvl="1" indent="-228600" algn="l" defTabSz="889000">
            <a:lnSpc>
              <a:spcPct val="90000"/>
            </a:lnSpc>
            <a:spcBef>
              <a:spcPct val="0"/>
            </a:spcBef>
            <a:spcAft>
              <a:spcPct val="15000"/>
            </a:spcAft>
            <a:buChar char="•"/>
          </a:pPr>
          <a:r>
            <a:rPr lang="en-AU" sz="2000" kern="1200" dirty="0"/>
            <a:t>Storyboards</a:t>
          </a:r>
        </a:p>
      </dsp:txBody>
      <dsp:txXfrm>
        <a:off x="0" y="1262086"/>
        <a:ext cx="6172199" cy="1165500"/>
      </dsp:txXfrm>
    </dsp:sp>
    <dsp:sp modelId="{DF79BBCF-531E-9540-8B34-156A0FB9A44B}">
      <dsp:nvSpPr>
        <dsp:cNvPr id="0" name=""/>
        <dsp:cNvSpPr/>
      </dsp:nvSpPr>
      <dsp:spPr>
        <a:xfrm>
          <a:off x="308610" y="966886"/>
          <a:ext cx="4320540" cy="590400"/>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306" tIns="0" rIns="163306" bIns="0" numCol="1" spcCol="1270" anchor="ctr" anchorCtr="0">
          <a:noAutofit/>
        </a:bodyPr>
        <a:lstStyle/>
        <a:p>
          <a:pPr marL="0" lvl="0" indent="0" algn="l" defTabSz="889000">
            <a:lnSpc>
              <a:spcPct val="90000"/>
            </a:lnSpc>
            <a:spcBef>
              <a:spcPct val="0"/>
            </a:spcBef>
            <a:spcAft>
              <a:spcPct val="35000"/>
            </a:spcAft>
            <a:buNone/>
          </a:pPr>
          <a:r>
            <a:rPr lang="en-AU" sz="2000" kern="1200" dirty="0"/>
            <a:t>Lo-Fi prototyping</a:t>
          </a:r>
        </a:p>
      </dsp:txBody>
      <dsp:txXfrm>
        <a:off x="337431" y="995707"/>
        <a:ext cx="4262898" cy="532758"/>
      </dsp:txXfrm>
    </dsp:sp>
    <dsp:sp modelId="{4236B9EB-730E-384D-B0F1-6607261CF0CE}">
      <dsp:nvSpPr>
        <dsp:cNvPr id="0" name=""/>
        <dsp:cNvSpPr/>
      </dsp:nvSpPr>
      <dsp:spPr>
        <a:xfrm>
          <a:off x="0" y="2830786"/>
          <a:ext cx="6172199" cy="504000"/>
        </a:xfrm>
        <a:prstGeom prst="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701C504-38E9-A448-96F2-3E4388336089}">
      <dsp:nvSpPr>
        <dsp:cNvPr id="0" name=""/>
        <dsp:cNvSpPr/>
      </dsp:nvSpPr>
      <dsp:spPr>
        <a:xfrm>
          <a:off x="308610" y="2535586"/>
          <a:ext cx="4320540" cy="590400"/>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306" tIns="0" rIns="163306" bIns="0" numCol="1" spcCol="1270" anchor="ctr" anchorCtr="0">
          <a:noAutofit/>
        </a:bodyPr>
        <a:lstStyle/>
        <a:p>
          <a:pPr marL="0" lvl="0" indent="0" algn="l" defTabSz="889000">
            <a:lnSpc>
              <a:spcPct val="90000"/>
            </a:lnSpc>
            <a:spcBef>
              <a:spcPct val="0"/>
            </a:spcBef>
            <a:spcAft>
              <a:spcPct val="35000"/>
            </a:spcAft>
            <a:buNone/>
          </a:pPr>
          <a:r>
            <a:rPr lang="en-AU" sz="2000" kern="1200" dirty="0"/>
            <a:t>Hi-Fi prototyping</a:t>
          </a:r>
        </a:p>
      </dsp:txBody>
      <dsp:txXfrm>
        <a:off x="337431" y="2564407"/>
        <a:ext cx="4262898" cy="53275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25B4AF-8F1F-DD43-A4E6-2D509ABCF80C}">
      <dsp:nvSpPr>
        <dsp:cNvPr id="0" name=""/>
        <dsp:cNvSpPr/>
      </dsp:nvSpPr>
      <dsp:spPr>
        <a:xfrm>
          <a:off x="0" y="40697"/>
          <a:ext cx="7279974" cy="516427"/>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AU" sz="1300" b="0" i="0" kern="1200"/>
            <a:t>Evaluation and feedback are central to interaction design</a:t>
          </a:r>
          <a:endParaRPr lang="en-AU" sz="1300" kern="1200"/>
        </a:p>
      </dsp:txBody>
      <dsp:txXfrm>
        <a:off x="25210" y="65907"/>
        <a:ext cx="7229554" cy="466007"/>
      </dsp:txXfrm>
    </dsp:sp>
    <dsp:sp modelId="{9CC24745-990B-D643-88A9-BAA78BE936D1}">
      <dsp:nvSpPr>
        <dsp:cNvPr id="0" name=""/>
        <dsp:cNvSpPr/>
      </dsp:nvSpPr>
      <dsp:spPr>
        <a:xfrm>
          <a:off x="0" y="594564"/>
          <a:ext cx="7279974" cy="516427"/>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AU" sz="1300" b="0" i="0" kern="1200"/>
            <a:t>Stakeholders can see, hold, interact with a prototype more easily than a document or a drawing</a:t>
          </a:r>
          <a:endParaRPr lang="en-AU" sz="1300" kern="1200"/>
        </a:p>
      </dsp:txBody>
      <dsp:txXfrm>
        <a:off x="25210" y="619774"/>
        <a:ext cx="7229554" cy="466007"/>
      </dsp:txXfrm>
    </dsp:sp>
    <dsp:sp modelId="{414253B3-E747-2844-942B-F9F2DD60A62D}">
      <dsp:nvSpPr>
        <dsp:cNvPr id="0" name=""/>
        <dsp:cNvSpPr/>
      </dsp:nvSpPr>
      <dsp:spPr>
        <a:xfrm>
          <a:off x="0" y="1148431"/>
          <a:ext cx="7279974" cy="516427"/>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AU" sz="1300" b="0" i="0" kern="1200"/>
            <a:t>Team members can communicate effectively</a:t>
          </a:r>
          <a:endParaRPr lang="en-AU" sz="1300" kern="1200"/>
        </a:p>
      </dsp:txBody>
      <dsp:txXfrm>
        <a:off x="25210" y="1173641"/>
        <a:ext cx="7229554" cy="466007"/>
      </dsp:txXfrm>
    </dsp:sp>
    <dsp:sp modelId="{A37A0500-D2E2-A147-BCC7-53A43DCEEDFC}">
      <dsp:nvSpPr>
        <dsp:cNvPr id="0" name=""/>
        <dsp:cNvSpPr/>
      </dsp:nvSpPr>
      <dsp:spPr>
        <a:xfrm>
          <a:off x="0" y="1702299"/>
          <a:ext cx="7279974" cy="516427"/>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AU" sz="1300" b="0" i="0" kern="1200"/>
            <a:t>You can test out ideas for yourself</a:t>
          </a:r>
          <a:endParaRPr lang="en-AU" sz="1300" kern="1200"/>
        </a:p>
      </dsp:txBody>
      <dsp:txXfrm>
        <a:off x="25210" y="1727509"/>
        <a:ext cx="7229554" cy="466007"/>
      </dsp:txXfrm>
    </dsp:sp>
    <dsp:sp modelId="{24F285B5-31F0-B04A-A24F-3C596041D09F}">
      <dsp:nvSpPr>
        <dsp:cNvPr id="0" name=""/>
        <dsp:cNvSpPr/>
      </dsp:nvSpPr>
      <dsp:spPr>
        <a:xfrm>
          <a:off x="0" y="2256166"/>
          <a:ext cx="7279974" cy="516427"/>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AU" sz="1300" b="0" i="0" kern="1200"/>
            <a:t>It encourages reflection: very important aspect of design </a:t>
          </a:r>
          <a:endParaRPr lang="en-AU" sz="1300" kern="1200"/>
        </a:p>
      </dsp:txBody>
      <dsp:txXfrm>
        <a:off x="25210" y="2281376"/>
        <a:ext cx="7229554" cy="466007"/>
      </dsp:txXfrm>
    </dsp:sp>
    <dsp:sp modelId="{49F9E3B2-900C-EC4F-9D91-52DF4F2D527E}">
      <dsp:nvSpPr>
        <dsp:cNvPr id="0" name=""/>
        <dsp:cNvSpPr/>
      </dsp:nvSpPr>
      <dsp:spPr>
        <a:xfrm>
          <a:off x="0" y="2810033"/>
          <a:ext cx="7279974" cy="516427"/>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AU" sz="1300" b="0" i="0" kern="1200"/>
            <a:t>Prototypes answer questions, and support designers in choosing between alternatives </a:t>
          </a:r>
          <a:endParaRPr lang="en-AU" sz="1300" kern="1200"/>
        </a:p>
      </dsp:txBody>
      <dsp:txXfrm>
        <a:off x="25210" y="2835243"/>
        <a:ext cx="7229554" cy="46600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388FB1-A967-4AAF-B406-7760F514E850}">
      <dsp:nvSpPr>
        <dsp:cNvPr id="0" name=""/>
        <dsp:cNvSpPr/>
      </dsp:nvSpPr>
      <dsp:spPr>
        <a:xfrm>
          <a:off x="58286" y="1808146"/>
          <a:ext cx="869672" cy="2865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AU" sz="1000" kern="1200" dirty="0"/>
            <a:t>Research</a:t>
          </a:r>
        </a:p>
      </dsp:txBody>
      <dsp:txXfrm>
        <a:off x="58286" y="1808146"/>
        <a:ext cx="869672" cy="286596"/>
      </dsp:txXfrm>
    </dsp:sp>
    <dsp:sp modelId="{C954A20D-2024-4A8B-93B0-43CAB6047928}">
      <dsp:nvSpPr>
        <dsp:cNvPr id="0" name=""/>
        <dsp:cNvSpPr/>
      </dsp:nvSpPr>
      <dsp:spPr>
        <a:xfrm>
          <a:off x="57298" y="1720982"/>
          <a:ext cx="69178" cy="69178"/>
        </a:xfrm>
        <a:prstGeom prst="ellipse">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248E712-3B2E-48A6-9716-9D86E96CD5E2}">
      <dsp:nvSpPr>
        <dsp:cNvPr id="0" name=""/>
        <dsp:cNvSpPr/>
      </dsp:nvSpPr>
      <dsp:spPr>
        <a:xfrm>
          <a:off x="105723" y="1624132"/>
          <a:ext cx="69178" cy="69178"/>
        </a:xfrm>
        <a:prstGeom prst="ellipse">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C63F959-6093-474F-84F4-2F93D0C91020}">
      <dsp:nvSpPr>
        <dsp:cNvPr id="0" name=""/>
        <dsp:cNvSpPr/>
      </dsp:nvSpPr>
      <dsp:spPr>
        <a:xfrm>
          <a:off x="221943" y="1643502"/>
          <a:ext cx="108709" cy="108709"/>
        </a:xfrm>
        <a:prstGeom prst="ellipse">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D2342EE-1223-4851-A247-201840274FF5}">
      <dsp:nvSpPr>
        <dsp:cNvPr id="0" name=""/>
        <dsp:cNvSpPr/>
      </dsp:nvSpPr>
      <dsp:spPr>
        <a:xfrm>
          <a:off x="318793" y="1536967"/>
          <a:ext cx="69178" cy="69178"/>
        </a:xfrm>
        <a:prstGeom prst="ellipse">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068368D-61C5-41E7-90A1-82CBAA847424}">
      <dsp:nvSpPr>
        <dsp:cNvPr id="0" name=""/>
        <dsp:cNvSpPr/>
      </dsp:nvSpPr>
      <dsp:spPr>
        <a:xfrm>
          <a:off x="444698" y="1498227"/>
          <a:ext cx="69178" cy="69178"/>
        </a:xfrm>
        <a:prstGeom prst="ellipse">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1C4307D-E012-4011-B0E2-D4C6CFC863B2}">
      <dsp:nvSpPr>
        <dsp:cNvPr id="0" name=""/>
        <dsp:cNvSpPr/>
      </dsp:nvSpPr>
      <dsp:spPr>
        <a:xfrm>
          <a:off x="599657" y="1566022"/>
          <a:ext cx="69178" cy="69178"/>
        </a:xfrm>
        <a:prstGeom prst="ellipse">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E457BAF-3C9B-48E2-BD2B-9360669EC27F}">
      <dsp:nvSpPr>
        <dsp:cNvPr id="0" name=""/>
        <dsp:cNvSpPr/>
      </dsp:nvSpPr>
      <dsp:spPr>
        <a:xfrm>
          <a:off x="696507" y="1614447"/>
          <a:ext cx="108709" cy="108709"/>
        </a:xfrm>
        <a:prstGeom prst="ellipse">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602B4E8-0062-41D7-8EC1-17E048478C45}">
      <dsp:nvSpPr>
        <dsp:cNvPr id="0" name=""/>
        <dsp:cNvSpPr/>
      </dsp:nvSpPr>
      <dsp:spPr>
        <a:xfrm>
          <a:off x="832097" y="1720982"/>
          <a:ext cx="69178" cy="69178"/>
        </a:xfrm>
        <a:prstGeom prst="ellipse">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FA98217-F660-487B-AF06-A6C4B54764C0}">
      <dsp:nvSpPr>
        <dsp:cNvPr id="0" name=""/>
        <dsp:cNvSpPr/>
      </dsp:nvSpPr>
      <dsp:spPr>
        <a:xfrm>
          <a:off x="890207" y="1827516"/>
          <a:ext cx="69178" cy="69178"/>
        </a:xfrm>
        <a:prstGeom prst="ellipse">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76A4F7C-14A5-4B5C-A464-BF47A4EAAF5A}">
      <dsp:nvSpPr>
        <dsp:cNvPr id="0" name=""/>
        <dsp:cNvSpPr/>
      </dsp:nvSpPr>
      <dsp:spPr>
        <a:xfrm>
          <a:off x="386588" y="1624132"/>
          <a:ext cx="177887" cy="177887"/>
        </a:xfrm>
        <a:prstGeom prst="ellipse">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CBB0EC8-7F1F-4E68-95B0-8A1678F59CB4}">
      <dsp:nvSpPr>
        <dsp:cNvPr id="0" name=""/>
        <dsp:cNvSpPr/>
      </dsp:nvSpPr>
      <dsp:spPr>
        <a:xfrm>
          <a:off x="8873" y="1992161"/>
          <a:ext cx="69178" cy="69178"/>
        </a:xfrm>
        <a:prstGeom prst="ellipse">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9B75BB6-A184-46C3-9D2F-B0D1DEFDC059}">
      <dsp:nvSpPr>
        <dsp:cNvPr id="0" name=""/>
        <dsp:cNvSpPr/>
      </dsp:nvSpPr>
      <dsp:spPr>
        <a:xfrm>
          <a:off x="66983" y="2079326"/>
          <a:ext cx="108709" cy="108709"/>
        </a:xfrm>
        <a:prstGeom prst="ellipse">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CF9CF7A-5FC1-4233-9BDE-F3E47E4B4284}">
      <dsp:nvSpPr>
        <dsp:cNvPr id="0" name=""/>
        <dsp:cNvSpPr/>
      </dsp:nvSpPr>
      <dsp:spPr>
        <a:xfrm>
          <a:off x="212258" y="2156806"/>
          <a:ext cx="158122" cy="158122"/>
        </a:xfrm>
        <a:prstGeom prst="ellipse">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DEF2DCD-0C33-448C-8515-D18080876D6D}">
      <dsp:nvSpPr>
        <dsp:cNvPr id="0" name=""/>
        <dsp:cNvSpPr/>
      </dsp:nvSpPr>
      <dsp:spPr>
        <a:xfrm>
          <a:off x="415643" y="2282711"/>
          <a:ext cx="69178" cy="69178"/>
        </a:xfrm>
        <a:prstGeom prst="ellipse">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3DC2127-A688-4B42-BDD2-3261F67BF314}">
      <dsp:nvSpPr>
        <dsp:cNvPr id="0" name=""/>
        <dsp:cNvSpPr/>
      </dsp:nvSpPr>
      <dsp:spPr>
        <a:xfrm>
          <a:off x="454383" y="2156806"/>
          <a:ext cx="108709" cy="108709"/>
        </a:xfrm>
        <a:prstGeom prst="ellipse">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371A806-F11F-41EA-98B5-7EFD4CB00C40}">
      <dsp:nvSpPr>
        <dsp:cNvPr id="0" name=""/>
        <dsp:cNvSpPr/>
      </dsp:nvSpPr>
      <dsp:spPr>
        <a:xfrm>
          <a:off x="551232" y="2292396"/>
          <a:ext cx="69178" cy="69178"/>
        </a:xfrm>
        <a:prstGeom prst="ellipse">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B8AC212-4FDF-4288-BF42-505F68FFD3D8}">
      <dsp:nvSpPr>
        <dsp:cNvPr id="0" name=""/>
        <dsp:cNvSpPr/>
      </dsp:nvSpPr>
      <dsp:spPr>
        <a:xfrm>
          <a:off x="638397" y="2137436"/>
          <a:ext cx="158122" cy="158122"/>
        </a:xfrm>
        <a:prstGeom prst="ellipse">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A41177E-3548-43E8-9596-116493BA817F}">
      <dsp:nvSpPr>
        <dsp:cNvPr id="0" name=""/>
        <dsp:cNvSpPr/>
      </dsp:nvSpPr>
      <dsp:spPr>
        <a:xfrm>
          <a:off x="851467" y="2098696"/>
          <a:ext cx="108709" cy="108709"/>
        </a:xfrm>
        <a:prstGeom prst="ellipse">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DDA887F-48D2-4390-A470-A55E9FC9650C}">
      <dsp:nvSpPr>
        <dsp:cNvPr id="0" name=""/>
        <dsp:cNvSpPr/>
      </dsp:nvSpPr>
      <dsp:spPr>
        <a:xfrm>
          <a:off x="960176" y="1643341"/>
          <a:ext cx="319262" cy="609507"/>
        </a:xfrm>
        <a:prstGeom prst="chevron">
          <a:avLst>
            <a:gd name="adj" fmla="val 62310"/>
          </a:avLst>
        </a:prstGeom>
        <a:solidFill>
          <a:schemeClr val="accent3">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3FE51A96-75E2-4F82-9B94-B88C62E5D7C1}">
      <dsp:nvSpPr>
        <dsp:cNvPr id="0" name=""/>
        <dsp:cNvSpPr/>
      </dsp:nvSpPr>
      <dsp:spPr>
        <a:xfrm>
          <a:off x="1279439" y="1643637"/>
          <a:ext cx="870717" cy="6095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AU" sz="1000" kern="1200" dirty="0"/>
            <a:t>Lo-Fi</a:t>
          </a:r>
        </a:p>
      </dsp:txBody>
      <dsp:txXfrm>
        <a:off x="1279439" y="1643637"/>
        <a:ext cx="870717" cy="609501"/>
      </dsp:txXfrm>
    </dsp:sp>
    <dsp:sp modelId="{DFC121C2-3036-4ABF-8C74-0A6A85BA6270}">
      <dsp:nvSpPr>
        <dsp:cNvPr id="0" name=""/>
        <dsp:cNvSpPr/>
      </dsp:nvSpPr>
      <dsp:spPr>
        <a:xfrm>
          <a:off x="2150156" y="1643341"/>
          <a:ext cx="319262" cy="609507"/>
        </a:xfrm>
        <a:prstGeom prst="chevron">
          <a:avLst>
            <a:gd name="adj" fmla="val 62310"/>
          </a:avLst>
        </a:prstGeom>
        <a:solidFill>
          <a:schemeClr val="accent3">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FDD62E71-19F8-4AA1-89A3-B81E8452B1FF}">
      <dsp:nvSpPr>
        <dsp:cNvPr id="0" name=""/>
        <dsp:cNvSpPr/>
      </dsp:nvSpPr>
      <dsp:spPr>
        <a:xfrm>
          <a:off x="2469419" y="1643637"/>
          <a:ext cx="870717" cy="6095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AU" sz="1000" kern="1200" dirty="0"/>
            <a:t>Lo-Fi Testing</a:t>
          </a:r>
        </a:p>
      </dsp:txBody>
      <dsp:txXfrm>
        <a:off x="2469419" y="1643637"/>
        <a:ext cx="870717" cy="609501"/>
      </dsp:txXfrm>
    </dsp:sp>
    <dsp:sp modelId="{C0D1BAAB-A8FA-4D82-A969-45FE8D4052FA}">
      <dsp:nvSpPr>
        <dsp:cNvPr id="0" name=""/>
        <dsp:cNvSpPr/>
      </dsp:nvSpPr>
      <dsp:spPr>
        <a:xfrm>
          <a:off x="3340136" y="1643341"/>
          <a:ext cx="319262" cy="609507"/>
        </a:xfrm>
        <a:prstGeom prst="chevron">
          <a:avLst>
            <a:gd name="adj" fmla="val 62310"/>
          </a:avLst>
        </a:prstGeom>
        <a:solidFill>
          <a:schemeClr val="accent3">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1225305-92EA-4073-AE84-6958C04FF56E}">
      <dsp:nvSpPr>
        <dsp:cNvPr id="0" name=""/>
        <dsp:cNvSpPr/>
      </dsp:nvSpPr>
      <dsp:spPr>
        <a:xfrm>
          <a:off x="3659399" y="1643637"/>
          <a:ext cx="870717" cy="6095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AU" sz="1000" kern="1200" dirty="0"/>
            <a:t>Hi-Fi</a:t>
          </a:r>
        </a:p>
      </dsp:txBody>
      <dsp:txXfrm>
        <a:off x="3659399" y="1643637"/>
        <a:ext cx="870717" cy="609501"/>
      </dsp:txXfrm>
    </dsp:sp>
    <dsp:sp modelId="{503357D6-E166-4E1E-B299-A79B400B013E}">
      <dsp:nvSpPr>
        <dsp:cNvPr id="0" name=""/>
        <dsp:cNvSpPr/>
      </dsp:nvSpPr>
      <dsp:spPr>
        <a:xfrm>
          <a:off x="4530116" y="1643341"/>
          <a:ext cx="319262" cy="609507"/>
        </a:xfrm>
        <a:prstGeom prst="chevron">
          <a:avLst>
            <a:gd name="adj" fmla="val 62310"/>
          </a:avLst>
        </a:prstGeom>
        <a:solidFill>
          <a:schemeClr val="accent3">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6B9964A6-DDAC-47A2-B557-A157044A75DD}">
      <dsp:nvSpPr>
        <dsp:cNvPr id="0" name=""/>
        <dsp:cNvSpPr/>
      </dsp:nvSpPr>
      <dsp:spPr>
        <a:xfrm>
          <a:off x="4849379" y="1643637"/>
          <a:ext cx="870717" cy="6095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AU" sz="1000" kern="1200" dirty="0"/>
            <a:t>Hi-Fi Testing</a:t>
          </a:r>
        </a:p>
      </dsp:txBody>
      <dsp:txXfrm>
        <a:off x="4849379" y="1643637"/>
        <a:ext cx="870717" cy="609501"/>
      </dsp:txXfrm>
    </dsp:sp>
    <dsp:sp modelId="{7A1D9657-52BF-4AA3-9A0F-987403505ED9}">
      <dsp:nvSpPr>
        <dsp:cNvPr id="0" name=""/>
        <dsp:cNvSpPr/>
      </dsp:nvSpPr>
      <dsp:spPr>
        <a:xfrm>
          <a:off x="5720096" y="1643341"/>
          <a:ext cx="319262" cy="609507"/>
        </a:xfrm>
        <a:prstGeom prst="chevron">
          <a:avLst>
            <a:gd name="adj" fmla="val 62310"/>
          </a:avLst>
        </a:prstGeom>
        <a:solidFill>
          <a:schemeClr val="accent3">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0BD8488-4375-439B-A449-5559DF9BDD99}">
      <dsp:nvSpPr>
        <dsp:cNvPr id="0" name=""/>
        <dsp:cNvSpPr/>
      </dsp:nvSpPr>
      <dsp:spPr>
        <a:xfrm>
          <a:off x="6074188" y="1592970"/>
          <a:ext cx="740109" cy="740109"/>
        </a:xfrm>
        <a:prstGeom prst="ellipse">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r>
            <a:rPr lang="en-AU" sz="1000" kern="1200" dirty="0"/>
            <a:t>Delivery</a:t>
          </a:r>
        </a:p>
      </dsp:txBody>
      <dsp:txXfrm>
        <a:off x="6182574" y="1701356"/>
        <a:ext cx="523337" cy="523337"/>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9/3/layout/RandomtoResultProcess">
  <dgm:title val=""/>
  <dgm:desc val=""/>
  <dgm:catLst>
    <dgm:cat type="process" pri="1275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41" srcId="1" destId="11" srcOrd="0" destOrd="0"/>
        <dgm:cxn modelId="5" srcId="0" destId="2" srcOrd="0" destOrd="0"/>
        <dgm:cxn modelId="51" srcId="2" destId="21" srcOrd="0"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clrData>
  <dgm:layoutNode name="Name0">
    <dgm:varLst>
      <dgm:dir/>
      <dgm:animOne val="branch"/>
      <dgm:animLvl val="lvl"/>
    </dgm:varLst>
    <dgm:choose name="Name1">
      <dgm:if name="Name2" func="var" arg="dir" op="equ" val="norm">
        <dgm:alg type="lin">
          <dgm:param type="fallback" val="2D"/>
          <dgm:param type="nodeVertAlign" val="t"/>
        </dgm:alg>
      </dgm:if>
      <dgm:else name="Name3">
        <dgm:alg type="lin">
          <dgm:param type="fallback" val="2D"/>
          <dgm:param type="nodeVertAlign" val="t"/>
          <dgm:param type="linDir" val="fromR"/>
        </dgm:alg>
      </dgm:else>
    </dgm:choose>
    <dgm:shape xmlns:r="http://schemas.openxmlformats.org/officeDocument/2006/relationships" r:blip="">
      <dgm:adjLst/>
    </dgm:shape>
    <dgm:constrLst>
      <dgm:constr type="userH" refType="h" fact="2"/>
      <dgm:constr type="w" for="ch" forName="chaos" refType="userH" fact="0.681"/>
      <dgm:constr type="h" for="ch" forName="chaos" refType="userH"/>
      <dgm:constr type="w" for="ch" forName="middle" refType="userH" fact="0.6"/>
      <dgm:constr type="h" for="ch" forName="middle" refType="userH"/>
      <dgm:constr type="w" for="ch" forName="last" refType="userH" fact="0.6"/>
      <dgm:constr type="h" for="ch" forName="last" refType="userH"/>
      <dgm:constr type="w" for="ch" forName="chevronComposite1" refType="userH" fact="0.22"/>
      <dgm:constr type="h" for="ch" forName="chevronComposite1" refType="userH" fact="0.52"/>
      <dgm:constr type="w" for="ch" forName="chevronComposite2" refType="userH" fact="0.22"/>
      <dgm:constr type="h" for="ch" forName="chevronComposite2" refType="userH" fact="0.52"/>
      <dgm:constr type="w" for="ch" forName="overlap" refType="userH" fact="-0.04"/>
      <dgm:constr type="h" for="ch" forName="overlap" refType="userH" fact="0.06"/>
      <dgm:constr type="primFontSz" for="des" forName="parTx1" op="equ" val="65"/>
      <dgm:constr type="primFontSz" for="des" forName="parTxMid" refType="primFontSz" refFor="des" refForName="parTx1" op="equ"/>
      <dgm:constr type="primFontSz" for="des" forName="circleTx" refType="primFontSz" refFor="des" refForName="parTx1" op="equ"/>
      <dgm:constr type="primFontSz" for="des" forName="desTx1" op="equ" val="65"/>
      <dgm:constr type="primFontSz" for="des" forName="desTxMid" refType="primFontSz" refFor="des" refForName="desTx1" op="equ"/>
      <dgm:constr type="primFontSz" for="des" forName="desTxN" refType="primFontSz" refFor="des" refForName="desTx1" op="equ"/>
    </dgm:constrLst>
    <dgm:forEach name="Name4" axis="ch" ptType="node">
      <dgm:choose name="Name5">
        <dgm:if name="Name6" axis="self" ptType="node" func="pos" op="equ" val="1">
          <dgm:layoutNode name="chaos">
            <dgm:alg type="composite"/>
            <dgm:shape xmlns:r="http://schemas.openxmlformats.org/officeDocument/2006/relationships" r:blip="">
              <dgm:adjLst/>
            </dgm:shape>
            <dgm:presOf/>
            <dgm:constrLst>
              <dgm:constr type="ctrX" for="ch" forName="parTx1" refType="w" fact="0.5"/>
              <dgm:constr type="t" for="ch" forName="parTx1" refType="w" fact="0.32"/>
              <dgm:constr type="w" for="ch" forName="parTx1" refType="w" fact="0.88"/>
              <dgm:constr type="h" for="ch" forName="parTx1" refType="w" fact="0.29"/>
              <dgm:constr type="ctrX" for="ch" forName="desTx1" refType="w" fact="0.5"/>
              <dgm:constr type="b" for="ch" forName="desTx1" refType="h"/>
              <dgm:constr type="w" for="ch" forName="desTx1" refType="w" fact="0.88"/>
              <dgm:constr type="h" for="ch" forName="desTx1" refType="h" fact="0.37"/>
              <dgm:constr type="l" for="ch" forName="c1" refType="w" fact="0.05"/>
              <dgm:constr type="t" for="ch" forName="c1" refType="w" fact="0.23"/>
              <dgm:constr type="w" for="ch" forName="c1" refType="w" fact="0.07"/>
              <dgm:constr type="h" for="ch" forName="c1" refType="w" refFor="ch" refForName="c1"/>
              <dgm:constr type="l" for="ch" forName="c2" refType="w" fact="0.1"/>
              <dgm:constr type="t" for="ch" forName="c2" refType="w" fact="0.13"/>
              <dgm:constr type="w" for="ch" forName="c2" refType="w" fact="0.07"/>
              <dgm:constr type="h" for="ch" forName="c2" refType="w" refFor="ch" refForName="c2"/>
              <dgm:constr type="l" for="ch" forName="c3" refType="w" fact="0.22"/>
              <dgm:constr type="t" for="ch" forName="c3" refType="w" fact="0.15"/>
              <dgm:constr type="w" for="ch" forName="c3" refType="w" fact="0.11"/>
              <dgm:constr type="h" for="ch" forName="c3" refType="w" refFor="ch" refForName="c3"/>
              <dgm:constr type="l" for="ch" forName="c4" refType="w" fact="0.32"/>
              <dgm:constr type="t" for="ch" forName="c4" refType="w" fact="0.04"/>
              <dgm:constr type="w" for="ch" forName="c4" refType="w" fact="0.07"/>
              <dgm:constr type="h" for="ch" forName="c4" refType="w" refFor="ch" refForName="c4"/>
              <dgm:constr type="l" for="ch" forName="c5" refType="w" fact="0.45"/>
              <dgm:constr type="t" for="ch" forName="c5" refType="w" fact="0"/>
              <dgm:constr type="w" for="ch" forName="c5" refType="w" fact="0.07"/>
              <dgm:constr type="h" for="ch" forName="c5" refType="w" refFor="ch" refForName="c5"/>
              <dgm:constr type="l" for="ch" forName="c6" refType="w" fact="0.61"/>
              <dgm:constr type="t" for="ch" forName="c6" refType="w" fact="0.07"/>
              <dgm:constr type="w" for="ch" forName="c6" refType="w" fact="0.07"/>
              <dgm:constr type="h" for="ch" forName="c6" refType="w" refFor="ch" refForName="c6"/>
              <dgm:constr type="l" for="ch" forName="c7" refType="w" fact="0.71"/>
              <dgm:constr type="t" for="ch" forName="c7" refType="w" fact="0.12"/>
              <dgm:constr type="w" for="ch" forName="c7" refType="w" fact="0.11"/>
              <dgm:constr type="h" for="ch" forName="c7" refType="w" refFor="ch" refForName="c7"/>
              <dgm:constr type="l" for="ch" forName="c8" refType="w" fact="0.85"/>
              <dgm:constr type="t" for="ch" forName="c8" refType="w" fact="0.23"/>
              <dgm:constr type="w" for="ch" forName="c8" refType="w" fact="0.07"/>
              <dgm:constr type="h" for="ch" forName="c8" refType="w" refFor="ch" refForName="c8"/>
              <dgm:constr type="l" for="ch" forName="c9" refType="w" fact="0.91"/>
              <dgm:constr type="t" for="ch" forName="c9" refType="w" fact="0.34"/>
              <dgm:constr type="w" for="ch" forName="c9" refType="w" fact="0.07"/>
              <dgm:constr type="h" for="ch" forName="c9" refType="w" refFor="ch" refForName="c9"/>
              <dgm:constr type="l" for="ch" forName="c10" refType="w" fact="0.39"/>
              <dgm:constr type="t" for="ch" forName="c10" refType="w" fact="0.13"/>
              <dgm:constr type="w" for="ch" forName="c10" refType="w" fact="0.18"/>
              <dgm:constr type="h" for="ch" forName="c10" refType="w" refFor="ch" refForName="c10"/>
              <dgm:constr type="l" for="ch" forName="c11" refType="w" fact="0"/>
              <dgm:constr type="t" for="ch" forName="c11" refType="w" fact="0.51"/>
              <dgm:constr type="w" for="ch" forName="c11" refType="w" fact="0.07"/>
              <dgm:constr type="h" for="ch" forName="c11" refType="w" refFor="ch" refForName="c11"/>
              <dgm:constr type="l" for="ch" forName="c12" refType="w" fact="0.06"/>
              <dgm:constr type="t" for="ch" forName="c12" refType="w" fact="0.6"/>
              <dgm:constr type="w" for="ch" forName="c12" refType="w" fact="0.11"/>
              <dgm:constr type="h" for="ch" forName="c12" refType="w" refFor="ch" refForName="c12"/>
              <dgm:constr type="l" for="ch" forName="c13" refType="w" fact="0.21"/>
              <dgm:constr type="t" for="ch" forName="c13" refType="w" fact="0.68"/>
              <dgm:constr type="w" for="ch" forName="c13" refType="w" fact="0.16"/>
              <dgm:constr type="h" for="ch" forName="c13" refType="w" refFor="ch" refForName="c13"/>
              <dgm:constr type="l" for="ch" forName="c14" refType="w" fact="0.42"/>
              <dgm:constr type="t" for="ch" forName="c14" refType="w" fact="0.81"/>
              <dgm:constr type="w" for="ch" forName="c14" refType="w" fact="0.07"/>
              <dgm:constr type="h" for="ch" forName="c14" refType="w" refFor="ch" refForName="c14"/>
              <dgm:constr type="l" for="ch" forName="c15" refType="w" fact="0.46"/>
              <dgm:constr type="t" for="ch" forName="c15" refType="w" fact="0.68"/>
              <dgm:constr type="w" for="ch" forName="c15" refType="w" fact="0.11"/>
              <dgm:constr type="h" for="ch" forName="c15" refType="w" refFor="ch" refForName="c15"/>
              <dgm:constr type="l" for="ch" forName="c16" refType="w" fact="0.56"/>
              <dgm:constr type="t" for="ch" forName="c16" refType="w" fact="0.82"/>
              <dgm:constr type="w" for="ch" forName="c16" refType="w" fact="0.07"/>
              <dgm:constr type="h" for="ch" forName="c16" refType="w" refFor="ch" refForName="c16"/>
              <dgm:constr type="l" for="ch" forName="c17" refType="w" fact="0.65"/>
              <dgm:constr type="t" for="ch" forName="c17" refType="w" fact="0.66"/>
              <dgm:constr type="w" for="ch" forName="c17" refType="w" fact="0.16"/>
              <dgm:constr type="h" for="ch" forName="c17" refType="w" refFor="ch" refForName="c17"/>
              <dgm:constr type="l" for="ch" forName="c18" refType="w" fact="0.87"/>
              <dgm:constr type="t" for="ch" forName="c18" refType="w" fact="0.62"/>
              <dgm:constr type="w" for="ch" forName="c18" refType="w" fact="0.11"/>
              <dgm:constr type="h" for="ch" forName="c18" refType="w" refFor="ch" refForName="c18"/>
            </dgm:constrLst>
            <dgm:layoutNode name="parTx1" styleLbl="revTx">
              <dgm:alg type="tx"/>
              <dgm:shape xmlns:r="http://schemas.openxmlformats.org/officeDocument/2006/relationships" type="rect" r:blip="">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7">
              <dgm:if name="Name8" axis="ch" ptType="node" func="cnt" op="gte" val="1">
                <dgm:layoutNode name="desTx1" styleLbl="revTx">
                  <dgm:varLst>
                    <dgm:bulletEnabled val="1"/>
                  </dgm:varLst>
                  <dgm:choose name="Name9">
                    <dgm:if name="Name10" axis="ch" ptType="node" func="cnt" op="equ" val="1">
                      <dgm:alg type="tx">
                        <dgm:param type="shpTxLTRAlignCh" val="l"/>
                      </dgm:alg>
                    </dgm:if>
                    <dgm:else name="Name11">
                      <dgm:alg type="tx">
                        <dgm:param type="shpTxLTRAlignCh" val="l"/>
                        <dgm:param type="stBulletLvl" val="1"/>
                      </dgm:alg>
                    </dgm:else>
                  </dgm:choose>
                  <dgm:shape xmlns:r="http://schemas.openxmlformats.org/officeDocument/2006/relationships" type="rect" r:blip="">
                    <dgm:adjLst/>
                  </dgm:shape>
                  <dgm:presOf axis="des"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if>
              <dgm:else name="Name12"/>
            </dgm:choose>
            <dgm:layoutNode name="c1" styleLbl="node1">
              <dgm:alg type="sp"/>
              <dgm:shape xmlns:r="http://schemas.openxmlformats.org/officeDocument/2006/relationships" type="ellipse" r:blip="">
                <dgm:adjLst/>
              </dgm:shape>
              <dgm:presOf/>
            </dgm:layoutNode>
            <dgm:layoutNode name="c2" styleLbl="node1">
              <dgm:alg type="sp"/>
              <dgm:shape xmlns:r="http://schemas.openxmlformats.org/officeDocument/2006/relationships" type="ellipse" r:blip="">
                <dgm:adjLst/>
              </dgm:shape>
              <dgm:presOf/>
            </dgm:layoutNode>
            <dgm:layoutNode name="c3" styleLbl="node1">
              <dgm:alg type="sp"/>
              <dgm:shape xmlns:r="http://schemas.openxmlformats.org/officeDocument/2006/relationships" type="ellipse" r:blip="">
                <dgm:adjLst/>
              </dgm:shape>
              <dgm:presOf/>
            </dgm:layoutNode>
            <dgm:layoutNode name="c4" styleLbl="node1">
              <dgm:alg type="sp"/>
              <dgm:shape xmlns:r="http://schemas.openxmlformats.org/officeDocument/2006/relationships" type="ellipse" r:blip="">
                <dgm:adjLst/>
              </dgm:shape>
              <dgm:presOf/>
            </dgm:layoutNode>
            <dgm:layoutNode name="c5" styleLbl="node1">
              <dgm:alg type="sp"/>
              <dgm:shape xmlns:r="http://schemas.openxmlformats.org/officeDocument/2006/relationships" type="ellipse" r:blip="">
                <dgm:adjLst/>
              </dgm:shape>
              <dgm:presOf/>
            </dgm:layoutNode>
            <dgm:layoutNode name="c6" styleLbl="node1">
              <dgm:alg type="sp"/>
              <dgm:shape xmlns:r="http://schemas.openxmlformats.org/officeDocument/2006/relationships" type="ellipse" r:blip="">
                <dgm:adjLst/>
              </dgm:shape>
              <dgm:presOf/>
            </dgm:layoutNode>
            <dgm:layoutNode name="c7" styleLbl="node1">
              <dgm:alg type="sp"/>
              <dgm:shape xmlns:r="http://schemas.openxmlformats.org/officeDocument/2006/relationships" type="ellipse" r:blip="">
                <dgm:adjLst/>
              </dgm:shape>
              <dgm:presOf/>
            </dgm:layoutNode>
            <dgm:layoutNode name="c8" styleLbl="node1">
              <dgm:alg type="sp"/>
              <dgm:shape xmlns:r="http://schemas.openxmlformats.org/officeDocument/2006/relationships" type="ellipse" r:blip="">
                <dgm:adjLst/>
              </dgm:shape>
              <dgm:presOf/>
            </dgm:layoutNode>
            <dgm:layoutNode name="c9" styleLbl="node1">
              <dgm:alg type="sp"/>
              <dgm:shape xmlns:r="http://schemas.openxmlformats.org/officeDocument/2006/relationships" type="ellipse" r:blip="">
                <dgm:adjLst/>
              </dgm:shape>
              <dgm:presOf/>
            </dgm:layoutNode>
            <dgm:layoutNode name="c10" styleLbl="node1">
              <dgm:alg type="sp"/>
              <dgm:shape xmlns:r="http://schemas.openxmlformats.org/officeDocument/2006/relationships" type="ellipse" r:blip="">
                <dgm:adjLst/>
              </dgm:shape>
              <dgm:presOf/>
            </dgm:layoutNode>
            <dgm:layoutNode name="c11" styleLbl="node1">
              <dgm:alg type="sp"/>
              <dgm:shape xmlns:r="http://schemas.openxmlformats.org/officeDocument/2006/relationships" type="ellipse" r:blip="">
                <dgm:adjLst/>
              </dgm:shape>
              <dgm:presOf/>
            </dgm:layoutNode>
            <dgm:layoutNode name="c12" styleLbl="node1">
              <dgm:alg type="sp"/>
              <dgm:shape xmlns:r="http://schemas.openxmlformats.org/officeDocument/2006/relationships" type="ellipse" r:blip="">
                <dgm:adjLst/>
              </dgm:shape>
              <dgm:presOf/>
            </dgm:layoutNode>
            <dgm:layoutNode name="c13" styleLbl="node1">
              <dgm:alg type="sp"/>
              <dgm:shape xmlns:r="http://schemas.openxmlformats.org/officeDocument/2006/relationships" type="ellipse" r:blip="">
                <dgm:adjLst/>
              </dgm:shape>
              <dgm:presOf/>
            </dgm:layoutNode>
            <dgm:layoutNode name="c14" styleLbl="node1">
              <dgm:alg type="sp"/>
              <dgm:shape xmlns:r="http://schemas.openxmlformats.org/officeDocument/2006/relationships" type="ellipse" r:blip="">
                <dgm:adjLst/>
              </dgm:shape>
              <dgm:presOf/>
            </dgm:layoutNode>
            <dgm:layoutNode name="c15" styleLbl="node1">
              <dgm:alg type="sp"/>
              <dgm:shape xmlns:r="http://schemas.openxmlformats.org/officeDocument/2006/relationships" type="ellipse" r:blip="">
                <dgm:adjLst/>
              </dgm:shape>
              <dgm:presOf/>
            </dgm:layoutNode>
            <dgm:layoutNode name="c16" styleLbl="node1">
              <dgm:alg type="sp"/>
              <dgm:shape xmlns:r="http://schemas.openxmlformats.org/officeDocument/2006/relationships" type="ellipse" r:blip="">
                <dgm:adjLst/>
              </dgm:shape>
              <dgm:presOf/>
            </dgm:layoutNode>
            <dgm:layoutNode name="c17" styleLbl="node1">
              <dgm:alg type="sp"/>
              <dgm:shape xmlns:r="http://schemas.openxmlformats.org/officeDocument/2006/relationships" type="ellipse" r:blip="">
                <dgm:adjLst/>
              </dgm:shape>
              <dgm:presOf/>
            </dgm:layoutNode>
            <dgm:layoutNode name="c18" styleLbl="node1">
              <dgm:alg type="sp"/>
              <dgm:shape xmlns:r="http://schemas.openxmlformats.org/officeDocument/2006/relationships" type="ellipse" r:blip="">
                <dgm:adjLst/>
              </dgm:shape>
              <dgm:presOf/>
            </dgm:layoutNode>
          </dgm:layoutNode>
        </dgm:if>
        <dgm:if name="Name13" axis="self" ptType="node" func="revPos" op="equ" val="1">
          <dgm:layoutNode name="last">
            <dgm:alg type="composite"/>
            <dgm:shape xmlns:r="http://schemas.openxmlformats.org/officeDocument/2006/relationships" r:blip="">
              <dgm:adjLst/>
            </dgm:shape>
            <dgm:presOf/>
            <dgm:constrLst>
              <dgm:constr type="ctrX" for="ch" forName="circleTx" refType="w" fact="0.5"/>
              <dgm:constr type="t" for="ch" forName="circleTx" refType="w" fact="0.117"/>
              <dgm:constr type="w" for="ch" forName="circleTx" refType="h" refFor="ch" refForName="circleTx"/>
              <dgm:constr type="h" for="ch" forName="circleTx" refType="w" fact="0.85"/>
              <dgm:constr type="l" for="ch" forName="desTxN"/>
              <dgm:constr type="b" for="ch" forName="desTxN" refType="h"/>
              <dgm:constr type="w" for="ch" forName="desTxN" refType="w"/>
              <dgm:constr type="h" for="ch" forName="desTxN" refType="h" fact="0.37"/>
              <dgm:constr type="ctrX" for="ch" forName="spN" refType="w" fact="0.5"/>
              <dgm:constr type="t" for="ch" forName="spN"/>
              <dgm:constr type="w" for="ch" forName="spN" refType="w" fact="0.93"/>
              <dgm:constr type="h" for="ch" forName="spN" refType="h" fact="0.01"/>
            </dgm:constrLst>
            <dgm:layoutNode name="circleTx" styleLbl="node1">
              <dgm:alg type="tx"/>
              <dgm:shape xmlns:r="http://schemas.openxmlformats.org/officeDocument/2006/relationships" type="ellipse" r:blip="">
                <dgm:adjLst/>
              </dgm:shape>
              <dgm:presOf axis="self" ptType="node"/>
              <dgm:constrLst>
                <dgm:constr type="lMarg"/>
                <dgm:constr type="rMarg"/>
                <dgm:constr type="tMarg"/>
                <dgm:constr type="bMarg"/>
              </dgm:constrLst>
              <dgm:ruleLst>
                <dgm:rule type="primFontSz" val="5" fact="NaN" max="NaN"/>
              </dgm:ruleLst>
            </dgm:layoutNode>
            <dgm:choose name="Name14">
              <dgm:if name="Name15" axis="ch" ptType="node" func="cnt" op="gte" val="1">
                <dgm:layoutNode name="desTxN" styleLbl="revTx">
                  <dgm:varLst>
                    <dgm:bulletEnabled val="1"/>
                  </dgm:varLst>
                  <dgm:choose name="Name16">
                    <dgm:if name="Name17" axis="ch" ptType="node" func="cnt" op="equ" val="1">
                      <dgm:alg type="tx">
                        <dgm:param type="shpTxLTRAlignCh" val="l"/>
                      </dgm:alg>
                    </dgm:if>
                    <dgm:else name="Name18">
                      <dgm:alg type="tx">
                        <dgm:param type="shpTxLTRAlignCh" val="l"/>
                        <dgm:param type="stBulletLvl" val="1"/>
                      </dgm:alg>
                    </dgm:else>
                  </dgm:choose>
                  <dgm:shape xmlns:r="http://schemas.openxmlformats.org/officeDocument/2006/relationships" type="rect" r:blip="">
                    <dgm:adjLst/>
                  </dgm:shape>
                  <dgm:presOf axis="des"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if>
              <dgm:else name="Name19"/>
            </dgm:choose>
            <dgm:layoutNode name="spN">
              <dgm:alg type="sp"/>
              <dgm:shape xmlns:r="http://schemas.openxmlformats.org/officeDocument/2006/relationships" r:blip="">
                <dgm:adjLst/>
              </dgm:shape>
              <dgm:presOf/>
            </dgm:layoutNode>
          </dgm:layoutNode>
        </dgm:if>
        <dgm:else name="Name20">
          <dgm:layoutNode name="middle">
            <dgm:alg type="composite"/>
            <dgm:shape xmlns:r="http://schemas.openxmlformats.org/officeDocument/2006/relationships" r:blip="">
              <dgm:adjLst/>
            </dgm:shape>
            <dgm:presOf/>
            <dgm:constrLst>
              <dgm:constr type="l" for="ch" forName="parTxMid"/>
              <dgm:constr type="t" for="ch" forName="parTxMid" refType="w" fact="0.167"/>
              <dgm:constr type="w" for="ch" forName="parTxMid" refType="w"/>
              <dgm:constr type="h" for="ch" forName="parTxMid" refType="w" fact="0.7"/>
              <dgm:constr type="l" for="ch" forName="desTxMid"/>
              <dgm:constr type="b" for="ch" forName="desTxMid" refType="h"/>
              <dgm:constr type="w" for="ch" forName="desTxMid" refType="w"/>
              <dgm:constr type="h" for="ch" forName="desTxMid" refType="h" fact="0.37"/>
              <dgm:constr type="ctrX" for="ch" forName="spMid" refType="w" fact="0.5"/>
              <dgm:constr type="t" for="ch" forName="spMid"/>
              <dgm:constr type="w" for="ch" forName="spMid" refType="w" fact="0.01"/>
              <dgm:constr type="h" for="ch" forName="spMid" refType="h" fact="0.01"/>
            </dgm:constrLst>
            <dgm:layoutNode name="parTxMid" styleLbl="revTx">
              <dgm:alg type="tx"/>
              <dgm:shape xmlns:r="http://schemas.openxmlformats.org/officeDocument/2006/relationships" type="rect" r:blip="">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21">
              <dgm:if name="Name22" axis="ch" ptType="node" func="cnt" op="gte" val="1">
                <dgm:layoutNode name="desTxMid" styleLbl="revTx">
                  <dgm:varLst>
                    <dgm:bulletEnabled val="1"/>
                  </dgm:varLst>
                  <dgm:choose name="Name23">
                    <dgm:if name="Name24" axis="ch" ptType="node" func="cnt" op="equ" val="1">
                      <dgm:alg type="tx">
                        <dgm:param type="shpTxLTRAlignCh" val="l"/>
                      </dgm:alg>
                    </dgm:if>
                    <dgm:else name="Name25">
                      <dgm:alg type="tx">
                        <dgm:param type="shpTxLTRAlignCh" val="l"/>
                        <dgm:param type="stBulletLvl" val="1"/>
                      </dgm:alg>
                    </dgm:else>
                  </dgm:choose>
                  <dgm:shape xmlns:r="http://schemas.openxmlformats.org/officeDocument/2006/relationships" type="rect" r:blip="">
                    <dgm:adjLst/>
                  </dgm:shape>
                  <dgm:presOf axis="des"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if>
              <dgm:else name="Name26"/>
            </dgm:choose>
            <dgm:layoutNode name="spMid">
              <dgm:alg type="sp"/>
              <dgm:shape xmlns:r="http://schemas.openxmlformats.org/officeDocument/2006/relationships" r:blip="">
                <dgm:adjLst/>
              </dgm:shape>
              <dgm:presOf/>
            </dgm:layoutNode>
          </dgm:layoutNode>
        </dgm:else>
      </dgm:choose>
      <dgm:forEach name="Name27" axis="followSib" ptType="sibTrans" cnt="1">
        <dgm:layoutNode name="chevronComposite1" styleLbl="alignImgPlace1">
          <dgm:alg type="composite"/>
          <dgm:shape xmlns:r="http://schemas.openxmlformats.org/officeDocument/2006/relationships" r:blip="">
            <dgm:adjLst/>
          </dgm:shape>
          <dgm:presOf/>
          <dgm:constrLst>
            <dgm:constr type="l" for="ch" forName="chevron1"/>
            <dgm:constr type="t" for="ch" forName="chevron1" refType="h" fact="0.1923"/>
            <dgm:constr type="w" for="ch" forName="chevron1" refType="w"/>
            <dgm:constr type="b" for="ch" forName="chevron1" refType="h"/>
            <dgm:constr type="l" for="ch" forName="spChevron1"/>
            <dgm:constr type="t" for="ch" forName="spChevron1"/>
            <dgm:constr type="w" for="ch" forName="spChevron1" refType="w" fact="0.01"/>
            <dgm:constr type="h" for="ch" forName="spChevron1" refType="h" fact="0.01"/>
          </dgm:constrLst>
          <dgm:layoutNode name="chevron1">
            <dgm:alg type="sp"/>
            <dgm:choose name="Name28">
              <dgm:if name="Name29" func="var" arg="dir" op="equ" val="norm">
                <dgm:shape xmlns:r="http://schemas.openxmlformats.org/officeDocument/2006/relationships" type="chevron" r:blip="">
                  <dgm:adjLst>
                    <dgm:adj idx="1" val="0.6231"/>
                  </dgm:adjLst>
                </dgm:shape>
              </dgm:if>
              <dgm:else name="Name30">
                <dgm:shape xmlns:r="http://schemas.openxmlformats.org/officeDocument/2006/relationships" rot="180" type="chevron" r:blip="">
                  <dgm:adjLst>
                    <dgm:adj idx="1" val="0.6231"/>
                  </dgm:adjLst>
                </dgm:shape>
              </dgm:else>
            </dgm:choose>
            <dgm:presOf/>
          </dgm:layoutNode>
          <dgm:layoutNode name="spChevron1">
            <dgm:alg type="sp"/>
            <dgm:shape xmlns:r="http://schemas.openxmlformats.org/officeDocument/2006/relationships" r:blip="">
              <dgm:adjLst/>
            </dgm:shape>
            <dgm:presOf/>
          </dgm:layoutNode>
        </dgm:layoutNode>
        <dgm:choose name="Name31">
          <dgm:if name="Name32" axis="root ch" ptType="all node" func="cnt" op="equ" val="2">
            <dgm:layoutNode name="overlap">
              <dgm:alg type="sp"/>
              <dgm:shape xmlns:r="http://schemas.openxmlformats.org/officeDocument/2006/relationships" r:blip="">
                <dgm:adjLst/>
              </dgm:shape>
              <dgm:presOf/>
            </dgm:layoutNode>
            <dgm:layoutNode name="chevronComposite2" styleLbl="alignImgPlace1">
              <dgm:alg type="composite"/>
              <dgm:shape xmlns:r="http://schemas.openxmlformats.org/officeDocument/2006/relationships" r:blip="">
                <dgm:adjLst/>
              </dgm:shape>
              <dgm:presOf/>
              <dgm:constrLst>
                <dgm:constr type="l" for="ch" forName="chevron2"/>
                <dgm:constr type="t" for="ch" forName="chevron2" refType="h" fact="0.1923"/>
                <dgm:constr type="w" for="ch" forName="chevron2" refType="w"/>
                <dgm:constr type="b" for="ch" forName="chevron2" refType="h"/>
                <dgm:constr type="l" for="ch" forName="spChevron2"/>
                <dgm:constr type="t" for="ch" forName="spChevron2"/>
                <dgm:constr type="w" for="ch" forName="spChevron2" refType="w" fact="0.01"/>
                <dgm:constr type="h" for="ch" forName="spChevron2" refType="h" fact="0.01"/>
              </dgm:constrLst>
              <dgm:layoutNode name="chevron2">
                <dgm:alg type="sp"/>
                <dgm:choose name="Name33">
                  <dgm:if name="Name34" func="var" arg="dir" op="equ" val="norm">
                    <dgm:shape xmlns:r="http://schemas.openxmlformats.org/officeDocument/2006/relationships" type="chevron" r:blip="">
                      <dgm:adjLst>
                        <dgm:adj idx="1" val="0.6231"/>
                      </dgm:adjLst>
                    </dgm:shape>
                  </dgm:if>
                  <dgm:else name="Name35">
                    <dgm:shape xmlns:r="http://schemas.openxmlformats.org/officeDocument/2006/relationships" rot="180" type="chevron" r:blip="">
                      <dgm:adjLst>
                        <dgm:adj idx="1" val="0.6231"/>
                      </dgm:adjLst>
                    </dgm:shape>
                  </dgm:else>
                </dgm:choose>
                <dgm:presOf/>
              </dgm:layoutNode>
              <dgm:layoutNode name="spChevron2">
                <dgm:alg type="sp"/>
                <dgm:shape xmlns:r="http://schemas.openxmlformats.org/officeDocument/2006/relationships" r:blip="">
                  <dgm:adjLst/>
                </dgm:shape>
                <dgm:presOf/>
              </dgm:layoutNode>
            </dgm:layoutNode>
          </dgm:if>
          <dgm:else name="Name36"/>
        </dgm:choos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4813" cy="4953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48100" y="0"/>
            <a:ext cx="2944813" cy="495300"/>
          </a:xfrm>
          <a:prstGeom prst="rect">
            <a:avLst/>
          </a:prstGeom>
        </p:spPr>
        <p:txBody>
          <a:bodyPr vert="horz" lIns="91440" tIns="45720" rIns="91440" bIns="45720" rtlCol="0"/>
          <a:lstStyle>
            <a:lvl1pPr algn="r">
              <a:defRPr sz="1200"/>
            </a:lvl1pPr>
          </a:lstStyle>
          <a:p>
            <a:fld id="{A60C01F8-7A96-1A42-A5C1-A6293913991B}" type="datetime1">
              <a:rPr lang="en-AU" smtClean="0"/>
              <a:t>7/9/20</a:t>
            </a:fld>
            <a:endParaRPr lang="en-US"/>
          </a:p>
        </p:txBody>
      </p:sp>
      <p:sp>
        <p:nvSpPr>
          <p:cNvPr id="4" name="Footer Placeholder 3"/>
          <p:cNvSpPr>
            <a:spLocks noGrp="1"/>
          </p:cNvSpPr>
          <p:nvPr>
            <p:ph type="ftr" sz="quarter" idx="2"/>
          </p:nvPr>
        </p:nvSpPr>
        <p:spPr>
          <a:xfrm>
            <a:off x="0" y="9409113"/>
            <a:ext cx="2944813" cy="4953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48100" y="9409113"/>
            <a:ext cx="2944813" cy="495300"/>
          </a:xfrm>
          <a:prstGeom prst="rect">
            <a:avLst/>
          </a:prstGeom>
        </p:spPr>
        <p:txBody>
          <a:bodyPr vert="horz" lIns="91440" tIns="45720" rIns="91440" bIns="45720" rtlCol="0" anchor="b"/>
          <a:lstStyle>
            <a:lvl1pPr algn="r">
              <a:defRPr sz="1200"/>
            </a:lvl1pPr>
          </a:lstStyle>
          <a:p>
            <a:fld id="{B03F6A53-947D-664F-86C6-7EA2E2AF7512}" type="slidenum">
              <a:rPr lang="en-US" smtClean="0"/>
              <a:t>‹#›</a:t>
            </a:fld>
            <a:endParaRPr lang="en-US"/>
          </a:p>
        </p:txBody>
      </p:sp>
    </p:spTree>
    <p:extLst>
      <p:ext uri="{BB962C8B-B14F-4D97-AF65-F5344CB8AC3E}">
        <p14:creationId xmlns:p14="http://schemas.microsoft.com/office/powerpoint/2010/main" val="317498666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4813" cy="4953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48100" y="0"/>
            <a:ext cx="2944813" cy="495300"/>
          </a:xfrm>
          <a:prstGeom prst="rect">
            <a:avLst/>
          </a:prstGeom>
        </p:spPr>
        <p:txBody>
          <a:bodyPr vert="horz" lIns="91440" tIns="45720" rIns="91440" bIns="45720" rtlCol="0"/>
          <a:lstStyle>
            <a:lvl1pPr algn="r">
              <a:defRPr sz="1200"/>
            </a:lvl1pPr>
          </a:lstStyle>
          <a:p>
            <a:fld id="{290F5882-1633-C84E-BDD4-8A584B4C4483}" type="datetime1">
              <a:rPr lang="en-AU" smtClean="0"/>
              <a:t>7/9/20</a:t>
            </a:fld>
            <a:endParaRPr lang="en-US"/>
          </a:p>
        </p:txBody>
      </p:sp>
      <p:sp>
        <p:nvSpPr>
          <p:cNvPr id="4" name="Slide Image Placeholder 3"/>
          <p:cNvSpPr>
            <a:spLocks noGrp="1" noRot="1" noChangeAspect="1"/>
          </p:cNvSpPr>
          <p:nvPr>
            <p:ph type="sldImg" idx="2"/>
          </p:nvPr>
        </p:nvSpPr>
        <p:spPr>
          <a:xfrm>
            <a:off x="95250" y="742950"/>
            <a:ext cx="6604000" cy="3714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450" y="4705350"/>
            <a:ext cx="5435600" cy="4457700"/>
          </a:xfrm>
          <a:prstGeom prst="rect">
            <a:avLst/>
          </a:prstGeom>
        </p:spPr>
        <p:txBody>
          <a:bodyPr vert="horz" lIns="91440" tIns="45720" rIns="91440" bIns="45720" rtlCol="0"/>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6" name="Footer Placeholder 5"/>
          <p:cNvSpPr>
            <a:spLocks noGrp="1"/>
          </p:cNvSpPr>
          <p:nvPr>
            <p:ph type="ftr" sz="quarter" idx="4"/>
          </p:nvPr>
        </p:nvSpPr>
        <p:spPr>
          <a:xfrm>
            <a:off x="0" y="9409113"/>
            <a:ext cx="2944813" cy="4953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48100" y="9409113"/>
            <a:ext cx="2944813" cy="495300"/>
          </a:xfrm>
          <a:prstGeom prst="rect">
            <a:avLst/>
          </a:prstGeom>
        </p:spPr>
        <p:txBody>
          <a:bodyPr vert="horz" lIns="91440" tIns="45720" rIns="91440" bIns="45720" rtlCol="0" anchor="b"/>
          <a:lstStyle>
            <a:lvl1pPr algn="r">
              <a:defRPr sz="1200"/>
            </a:lvl1pPr>
          </a:lstStyle>
          <a:p>
            <a:fld id="{4FDA4F87-D5C2-4945-AFCA-8B793D25881C}" type="slidenum">
              <a:rPr lang="en-US" smtClean="0"/>
              <a:t>‹#›</a:t>
            </a:fld>
            <a:endParaRPr lang="en-US"/>
          </a:p>
        </p:txBody>
      </p:sp>
    </p:spTree>
    <p:extLst>
      <p:ext uri="{BB962C8B-B14F-4D97-AF65-F5344CB8AC3E}">
        <p14:creationId xmlns:p14="http://schemas.microsoft.com/office/powerpoint/2010/main" val="1965098906"/>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FDA4F87-D5C2-4945-AFCA-8B793D25881C}" type="slidenum">
              <a:rPr lang="en-US" smtClean="0"/>
              <a:t>1</a:t>
            </a:fld>
            <a:endParaRPr lang="en-US"/>
          </a:p>
        </p:txBody>
      </p:sp>
    </p:spTree>
    <p:extLst>
      <p:ext uri="{BB962C8B-B14F-4D97-AF65-F5344CB8AC3E}">
        <p14:creationId xmlns:p14="http://schemas.microsoft.com/office/powerpoint/2010/main" val="38855232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Header Placeholder 3"/>
          <p:cNvSpPr>
            <a:spLocks noGrp="1"/>
          </p:cNvSpPr>
          <p:nvPr>
            <p:ph type="hdr" sz="quarter" idx="10"/>
          </p:nvPr>
        </p:nvSpPr>
        <p:spPr/>
        <p:txBody>
          <a:bodyPr/>
          <a:lstStyle/>
          <a:p>
            <a:r>
              <a:rPr lang="en-US"/>
              <a:t>Systems Analysis</a:t>
            </a:r>
            <a:endParaRPr lang="en-US" dirty="0"/>
          </a:p>
        </p:txBody>
      </p:sp>
      <p:sp>
        <p:nvSpPr>
          <p:cNvPr id="5" name="Slide Number Placeholder 4"/>
          <p:cNvSpPr>
            <a:spLocks noGrp="1"/>
          </p:cNvSpPr>
          <p:nvPr>
            <p:ph type="sldNum" sz="quarter" idx="11"/>
          </p:nvPr>
        </p:nvSpPr>
        <p:spPr/>
        <p:txBody>
          <a:bodyPr/>
          <a:lstStyle/>
          <a:p>
            <a:fld id="{4222103E-0E61-794C-8EFF-06A14507F18A}" type="slidenum">
              <a:rPr lang="en-US" smtClean="0"/>
              <a:pPr/>
              <a:t>5</a:t>
            </a:fld>
            <a:endParaRPr lang="en-US" dirty="0"/>
          </a:p>
        </p:txBody>
      </p:sp>
    </p:spTree>
    <p:extLst>
      <p:ext uri="{BB962C8B-B14F-4D97-AF65-F5344CB8AC3E}">
        <p14:creationId xmlns:p14="http://schemas.microsoft.com/office/powerpoint/2010/main" val="42529275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FDA4F87-D5C2-4945-AFCA-8B793D25881C}" type="slidenum">
              <a:rPr lang="en-US" smtClean="0"/>
              <a:t>7</a:t>
            </a:fld>
            <a:endParaRPr lang="en-US"/>
          </a:p>
        </p:txBody>
      </p:sp>
    </p:spTree>
    <p:extLst>
      <p:ext uri="{BB962C8B-B14F-4D97-AF65-F5344CB8AC3E}">
        <p14:creationId xmlns:p14="http://schemas.microsoft.com/office/powerpoint/2010/main" val="13992993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FDA4F87-D5C2-4945-AFCA-8B793D25881C}" type="slidenum">
              <a:rPr lang="en-US" smtClean="0"/>
              <a:t>8</a:t>
            </a:fld>
            <a:endParaRPr lang="en-US"/>
          </a:p>
        </p:txBody>
      </p:sp>
    </p:spTree>
    <p:extLst>
      <p:ext uri="{BB962C8B-B14F-4D97-AF65-F5344CB8AC3E}">
        <p14:creationId xmlns:p14="http://schemas.microsoft.com/office/powerpoint/2010/main" val="30689992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FDA4F87-D5C2-4945-AFCA-8B793D25881C}" type="slidenum">
              <a:rPr lang="en-US" smtClean="0"/>
              <a:t>9</a:t>
            </a:fld>
            <a:endParaRPr lang="en-US"/>
          </a:p>
        </p:txBody>
      </p:sp>
    </p:spTree>
    <p:extLst>
      <p:ext uri="{BB962C8B-B14F-4D97-AF65-F5344CB8AC3E}">
        <p14:creationId xmlns:p14="http://schemas.microsoft.com/office/powerpoint/2010/main" val="9917553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p:cNvSpPr>
            <a:spLocks noGrp="1" noChangeArrowheads="1"/>
          </p:cNvSpPr>
          <p:nvPr>
            <p:ph type="sldNum" sz="quarter" idx="5"/>
          </p:nvPr>
        </p:nvSpPr>
        <p:spPr>
          <a:ln/>
        </p:spPr>
        <p:txBody>
          <a:bodyPr/>
          <a:lstStyle/>
          <a:p>
            <a:fld id="{151F7D5C-5A52-1342-9815-7C0E8532FFD4}" type="slidenum">
              <a:rPr lang="en-GB"/>
              <a:pPr/>
              <a:t>10</a:t>
            </a:fld>
            <a:endParaRPr lang="en-GB"/>
          </a:p>
        </p:txBody>
      </p:sp>
    </p:spTree>
    <p:extLst>
      <p:ext uri="{BB962C8B-B14F-4D97-AF65-F5344CB8AC3E}">
        <p14:creationId xmlns:p14="http://schemas.microsoft.com/office/powerpoint/2010/main" val="32974322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p:cNvSpPr>
            <a:spLocks noGrp="1" noChangeArrowheads="1"/>
          </p:cNvSpPr>
          <p:nvPr>
            <p:ph type="sldNum" sz="quarter" idx="5"/>
          </p:nvPr>
        </p:nvSpPr>
        <p:spPr>
          <a:ln/>
        </p:spPr>
        <p:txBody>
          <a:bodyPr/>
          <a:lstStyle/>
          <a:p>
            <a:fld id="{9F9056B7-6436-714F-9F94-7F3036021D4C}" type="slidenum">
              <a:rPr lang="en-GB"/>
              <a:pPr/>
              <a:t>11</a:t>
            </a:fld>
            <a:endParaRPr lang="en-GB"/>
          </a:p>
        </p:txBody>
      </p:sp>
    </p:spTree>
    <p:extLst>
      <p:ext uri="{BB962C8B-B14F-4D97-AF65-F5344CB8AC3E}">
        <p14:creationId xmlns:p14="http://schemas.microsoft.com/office/powerpoint/2010/main" val="9045699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p:cNvSpPr>
            <a:spLocks noGrp="1" noChangeArrowheads="1"/>
          </p:cNvSpPr>
          <p:nvPr>
            <p:ph type="sldNum" sz="quarter" idx="5"/>
          </p:nvPr>
        </p:nvSpPr>
        <p:spPr>
          <a:ln/>
        </p:spPr>
        <p:txBody>
          <a:bodyPr/>
          <a:lstStyle/>
          <a:p>
            <a:fld id="{09BE74F2-18B1-4E4A-AC6B-A1A9A3C4D1B1}" type="slidenum">
              <a:rPr lang="en-GB"/>
              <a:pPr/>
              <a:t>12</a:t>
            </a:fld>
            <a:endParaRPr lang="en-GB"/>
          </a:p>
        </p:txBody>
      </p:sp>
    </p:spTree>
    <p:extLst>
      <p:ext uri="{BB962C8B-B14F-4D97-AF65-F5344CB8AC3E}">
        <p14:creationId xmlns:p14="http://schemas.microsoft.com/office/powerpoint/2010/main" val="15101239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p:cNvSpPr>
            <a:spLocks noGrp="1" noChangeArrowheads="1"/>
          </p:cNvSpPr>
          <p:nvPr>
            <p:ph type="sldNum" sz="quarter" idx="5"/>
          </p:nvPr>
        </p:nvSpPr>
        <p:spPr>
          <a:ln/>
        </p:spPr>
        <p:txBody>
          <a:bodyPr/>
          <a:lstStyle/>
          <a:p>
            <a:fld id="{21C129A7-11F6-E848-A017-B3ADE823FDAA}" type="slidenum">
              <a:rPr lang="en-GB"/>
              <a:pPr/>
              <a:t>13</a:t>
            </a:fld>
            <a:endParaRPr lang="en-GB"/>
          </a:p>
        </p:txBody>
      </p:sp>
    </p:spTree>
    <p:extLst>
      <p:ext uri="{BB962C8B-B14F-4D97-AF65-F5344CB8AC3E}">
        <p14:creationId xmlns:p14="http://schemas.microsoft.com/office/powerpoint/2010/main" val="38555350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p:cNvSpPr>
            <a:spLocks noGrp="1" noChangeArrowheads="1"/>
          </p:cNvSpPr>
          <p:nvPr>
            <p:ph type="sldNum" sz="quarter" idx="5"/>
          </p:nvPr>
        </p:nvSpPr>
        <p:spPr>
          <a:ln/>
        </p:spPr>
        <p:txBody>
          <a:bodyPr/>
          <a:lstStyle/>
          <a:p>
            <a:fld id="{E9145EF2-425F-354C-99CB-6988621212AB}" type="slidenum">
              <a:rPr lang="en-GB"/>
              <a:pPr/>
              <a:t>14</a:t>
            </a:fld>
            <a:endParaRPr lang="en-GB"/>
          </a:p>
        </p:txBody>
      </p:sp>
    </p:spTree>
    <p:extLst>
      <p:ext uri="{BB962C8B-B14F-4D97-AF65-F5344CB8AC3E}">
        <p14:creationId xmlns:p14="http://schemas.microsoft.com/office/powerpoint/2010/main" val="21347215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p:cNvSpPr>
            <a:spLocks noGrp="1" noChangeArrowheads="1"/>
          </p:cNvSpPr>
          <p:nvPr>
            <p:ph type="sldNum" sz="quarter" idx="5"/>
          </p:nvPr>
        </p:nvSpPr>
        <p:spPr>
          <a:ln/>
        </p:spPr>
        <p:txBody>
          <a:bodyPr/>
          <a:lstStyle/>
          <a:p>
            <a:fld id="{F5A68987-B4BB-BA42-84B4-DF90E0785510}" type="slidenum">
              <a:rPr lang="en-GB"/>
              <a:pPr/>
              <a:t>15</a:t>
            </a:fld>
            <a:endParaRPr lang="en-GB"/>
          </a:p>
        </p:txBody>
      </p:sp>
    </p:spTree>
    <p:extLst>
      <p:ext uri="{BB962C8B-B14F-4D97-AF65-F5344CB8AC3E}">
        <p14:creationId xmlns:p14="http://schemas.microsoft.com/office/powerpoint/2010/main" val="26588327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p:cNvSpPr>
            <a:spLocks noGrp="1" noChangeArrowheads="1"/>
          </p:cNvSpPr>
          <p:nvPr>
            <p:ph type="sldNum" sz="quarter" idx="5"/>
          </p:nvPr>
        </p:nvSpPr>
        <p:spPr>
          <a:ln/>
        </p:spPr>
        <p:txBody>
          <a:bodyPr/>
          <a:lstStyle/>
          <a:p>
            <a:fld id="{DC0D4AAF-AA7E-C447-A79C-597FD7B121BA}" type="slidenum">
              <a:rPr lang="en-GB"/>
              <a:pPr/>
              <a:t>16</a:t>
            </a:fld>
            <a:endParaRPr lang="en-GB"/>
          </a:p>
        </p:txBody>
      </p:sp>
    </p:spTree>
    <p:extLst>
      <p:ext uri="{BB962C8B-B14F-4D97-AF65-F5344CB8AC3E}">
        <p14:creationId xmlns:p14="http://schemas.microsoft.com/office/powerpoint/2010/main" val="5140155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FDA4F87-D5C2-4945-AFCA-8B793D25881C}" type="slidenum">
              <a:rPr lang="en-US" smtClean="0"/>
              <a:t>19</a:t>
            </a:fld>
            <a:endParaRPr lang="en-US"/>
          </a:p>
        </p:txBody>
      </p:sp>
    </p:spTree>
    <p:extLst>
      <p:ext uri="{BB962C8B-B14F-4D97-AF65-F5344CB8AC3E}">
        <p14:creationId xmlns:p14="http://schemas.microsoft.com/office/powerpoint/2010/main" val="32527254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p:cNvSpPr>
            <a:spLocks noGrp="1" noChangeArrowheads="1"/>
          </p:cNvSpPr>
          <p:nvPr>
            <p:ph type="sldNum" sz="quarter" idx="5"/>
          </p:nvPr>
        </p:nvSpPr>
        <p:spPr>
          <a:ln/>
        </p:spPr>
        <p:txBody>
          <a:bodyPr/>
          <a:lstStyle/>
          <a:p>
            <a:fld id="{1637544E-4619-EA46-92EC-04DC7E0B9749}" type="slidenum">
              <a:rPr lang="en-GB"/>
              <a:pPr/>
              <a:t>21</a:t>
            </a:fld>
            <a:endParaRPr lang="en-GB"/>
          </a:p>
        </p:txBody>
      </p:sp>
    </p:spTree>
    <p:extLst>
      <p:ext uri="{BB962C8B-B14F-4D97-AF65-F5344CB8AC3E}">
        <p14:creationId xmlns:p14="http://schemas.microsoft.com/office/powerpoint/2010/main" val="11339562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p:cNvSpPr>
            <a:spLocks noGrp="1" noChangeArrowheads="1"/>
          </p:cNvSpPr>
          <p:nvPr>
            <p:ph type="sldNum" sz="quarter" idx="5"/>
          </p:nvPr>
        </p:nvSpPr>
        <p:spPr>
          <a:ln/>
        </p:spPr>
        <p:txBody>
          <a:bodyPr/>
          <a:lstStyle/>
          <a:p>
            <a:fld id="{E1E55EE5-A0E6-584F-AD79-05AE9DCC70F8}" type="slidenum">
              <a:rPr lang="en-GB"/>
              <a:pPr/>
              <a:t>26</a:t>
            </a:fld>
            <a:endParaRPr lang="en-GB"/>
          </a:p>
        </p:txBody>
      </p:sp>
    </p:spTree>
    <p:extLst>
      <p:ext uri="{BB962C8B-B14F-4D97-AF65-F5344CB8AC3E}">
        <p14:creationId xmlns:p14="http://schemas.microsoft.com/office/powerpoint/2010/main" val="38491590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p:cNvSpPr>
            <a:spLocks noGrp="1" noChangeArrowheads="1"/>
          </p:cNvSpPr>
          <p:nvPr>
            <p:ph type="sldNum" sz="quarter" idx="5"/>
          </p:nvPr>
        </p:nvSpPr>
        <p:spPr>
          <a:ln/>
        </p:spPr>
        <p:txBody>
          <a:bodyPr/>
          <a:lstStyle/>
          <a:p>
            <a:fld id="{ACF90F08-F3DB-2A4F-8DAC-F1A7E37FEBB2}" type="slidenum">
              <a:rPr lang="en-GB"/>
              <a:pPr/>
              <a:t>30</a:t>
            </a:fld>
            <a:endParaRPr lang="en-GB"/>
          </a:p>
        </p:txBody>
      </p:sp>
    </p:spTree>
    <p:extLst>
      <p:ext uri="{BB962C8B-B14F-4D97-AF65-F5344CB8AC3E}">
        <p14:creationId xmlns:p14="http://schemas.microsoft.com/office/powerpoint/2010/main" val="39833657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p:cNvSpPr>
            <a:spLocks noGrp="1" noChangeArrowheads="1"/>
          </p:cNvSpPr>
          <p:nvPr>
            <p:ph type="sldNum" sz="quarter" idx="5"/>
          </p:nvPr>
        </p:nvSpPr>
        <p:spPr>
          <a:ln/>
        </p:spPr>
        <p:txBody>
          <a:bodyPr/>
          <a:lstStyle/>
          <a:p>
            <a:fld id="{3D58E2D7-0BE1-7546-9EDA-71628AB2B8B0}" type="slidenum">
              <a:rPr lang="en-GB"/>
              <a:pPr/>
              <a:t>31</a:t>
            </a:fld>
            <a:endParaRPr lang="en-GB"/>
          </a:p>
        </p:txBody>
      </p:sp>
    </p:spTree>
    <p:extLst>
      <p:ext uri="{BB962C8B-B14F-4D97-AF65-F5344CB8AC3E}">
        <p14:creationId xmlns:p14="http://schemas.microsoft.com/office/powerpoint/2010/main" val="32690458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Header Placeholder 3"/>
          <p:cNvSpPr>
            <a:spLocks noGrp="1"/>
          </p:cNvSpPr>
          <p:nvPr>
            <p:ph type="hdr" sz="quarter" idx="10"/>
          </p:nvPr>
        </p:nvSpPr>
        <p:spPr/>
        <p:txBody>
          <a:bodyPr/>
          <a:lstStyle/>
          <a:p>
            <a:r>
              <a:rPr lang="en-US"/>
              <a:t>Systems Analysis</a:t>
            </a:r>
          </a:p>
        </p:txBody>
      </p:sp>
      <p:sp>
        <p:nvSpPr>
          <p:cNvPr id="5" name="Slide Number Placeholder 4"/>
          <p:cNvSpPr>
            <a:spLocks noGrp="1"/>
          </p:cNvSpPr>
          <p:nvPr>
            <p:ph type="sldNum" sz="quarter" idx="11"/>
          </p:nvPr>
        </p:nvSpPr>
        <p:spPr/>
        <p:txBody>
          <a:bodyPr/>
          <a:lstStyle/>
          <a:p>
            <a:fld id="{4FDA4F87-D5C2-4945-AFCA-8B793D25881C}" type="slidenum">
              <a:rPr lang="en-US" smtClean="0"/>
              <a:t>33</a:t>
            </a:fld>
            <a:endParaRPr lang="en-US"/>
          </a:p>
        </p:txBody>
      </p:sp>
    </p:spTree>
    <p:extLst>
      <p:ext uri="{BB962C8B-B14F-4D97-AF65-F5344CB8AC3E}">
        <p14:creationId xmlns:p14="http://schemas.microsoft.com/office/powerpoint/2010/main" val="39985514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p:cNvSpPr>
            <a:spLocks noGrp="1" noChangeArrowheads="1"/>
          </p:cNvSpPr>
          <p:nvPr>
            <p:ph type="sldNum" sz="quarter" idx="5"/>
          </p:nvPr>
        </p:nvSpPr>
        <p:spPr>
          <a:ln/>
        </p:spPr>
        <p:txBody>
          <a:bodyPr/>
          <a:lstStyle/>
          <a:p>
            <a:fld id="{F95C8254-051F-F942-9F89-1D8E579A61D1}" type="slidenum">
              <a:rPr lang="en-GB"/>
              <a:pPr/>
              <a:t>35</a:t>
            </a:fld>
            <a:endParaRPr lang="en-GB"/>
          </a:p>
        </p:txBody>
      </p:sp>
    </p:spTree>
    <p:extLst>
      <p:ext uri="{BB962C8B-B14F-4D97-AF65-F5344CB8AC3E}">
        <p14:creationId xmlns:p14="http://schemas.microsoft.com/office/powerpoint/2010/main" val="57768066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p:cNvSpPr>
            <a:spLocks noGrp="1" noChangeArrowheads="1"/>
          </p:cNvSpPr>
          <p:nvPr>
            <p:ph type="sldNum" sz="quarter" idx="5"/>
          </p:nvPr>
        </p:nvSpPr>
        <p:spPr>
          <a:ln/>
        </p:spPr>
        <p:txBody>
          <a:bodyPr/>
          <a:lstStyle/>
          <a:p>
            <a:fld id="{1E375319-6F9B-7446-AD1F-693D0AB4557A}" type="slidenum">
              <a:rPr lang="en-GB"/>
              <a:pPr/>
              <a:t>39</a:t>
            </a:fld>
            <a:endParaRPr lang="en-GB"/>
          </a:p>
        </p:txBody>
      </p:sp>
    </p:spTree>
    <p:extLst>
      <p:ext uri="{BB962C8B-B14F-4D97-AF65-F5344CB8AC3E}">
        <p14:creationId xmlns:p14="http://schemas.microsoft.com/office/powerpoint/2010/main" val="305655857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p:cNvSpPr>
            <a:spLocks noGrp="1" noChangeArrowheads="1"/>
          </p:cNvSpPr>
          <p:nvPr>
            <p:ph type="sldNum" sz="quarter" idx="5"/>
          </p:nvPr>
        </p:nvSpPr>
        <p:spPr>
          <a:ln/>
        </p:spPr>
        <p:txBody>
          <a:bodyPr/>
          <a:lstStyle/>
          <a:p>
            <a:fld id="{7EB9965C-2C5B-8641-867C-7D1FFAC7D65E}" type="slidenum">
              <a:rPr lang="en-GB"/>
              <a:pPr/>
              <a:t>40</a:t>
            </a:fld>
            <a:endParaRPr lang="en-GB"/>
          </a:p>
        </p:txBody>
      </p:sp>
    </p:spTree>
    <p:extLst>
      <p:ext uri="{BB962C8B-B14F-4D97-AF65-F5344CB8AC3E}">
        <p14:creationId xmlns:p14="http://schemas.microsoft.com/office/powerpoint/2010/main" val="134837706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image" Target="../media/image5.png"/><Relationship Id="rId16" Type="http://schemas.openxmlformats.org/officeDocument/2006/relationships/image" Target="../media/image19.png"/><Relationship Id="rId1" Type="http://schemas.openxmlformats.org/officeDocument/2006/relationships/slideMaster" Target="../slideMasters/slideMaster1.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png"/><Relationship Id="rId15" Type="http://schemas.openxmlformats.org/officeDocument/2006/relationships/image" Target="../media/image1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 Id="rId14" Type="http://schemas.openxmlformats.org/officeDocument/2006/relationships/image" Target="../media/image17.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Opening slide (txt only)">
    <p:bg>
      <p:bgPr>
        <a:solidFill>
          <a:schemeClr val="accent3"/>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2" name="Title 1"/>
          <p:cNvSpPr>
            <a:spLocks noGrp="1"/>
          </p:cNvSpPr>
          <p:nvPr>
            <p:ph type="ctrTitle" hasCustomPrompt="1"/>
          </p:nvPr>
        </p:nvSpPr>
        <p:spPr>
          <a:xfrm>
            <a:off x="355919" y="1545115"/>
            <a:ext cx="6347825" cy="1611674"/>
          </a:xfrm>
        </p:spPr>
        <p:txBody>
          <a:bodyPr lIns="0" tIns="0" anchor="b">
            <a:noAutofit/>
          </a:bodyPr>
          <a:lstStyle>
            <a:lvl1pPr algn="l">
              <a:lnSpc>
                <a:spcPct val="80000"/>
              </a:lnSpc>
              <a:defRPr sz="5400">
                <a:solidFill>
                  <a:srgbClr val="FFFFFF"/>
                </a:solidFill>
                <a:latin typeface="+mj-lt"/>
              </a:defRPr>
            </a:lvl1pPr>
          </a:lstStyle>
          <a:p>
            <a:r>
              <a:rPr lang="en-US" dirty="0"/>
              <a:t>Click to edit </a:t>
            </a:r>
            <a:br>
              <a:rPr lang="en-US" dirty="0"/>
            </a:br>
            <a:r>
              <a:rPr lang="en-US" dirty="0"/>
              <a:t>Master title style</a:t>
            </a:r>
          </a:p>
        </p:txBody>
      </p:sp>
      <p:sp>
        <p:nvSpPr>
          <p:cNvPr id="3" name="Subtitle 2"/>
          <p:cNvSpPr>
            <a:spLocks noGrp="1"/>
          </p:cNvSpPr>
          <p:nvPr>
            <p:ph type="subTitle" idx="1" hasCustomPrompt="1"/>
          </p:nvPr>
        </p:nvSpPr>
        <p:spPr>
          <a:xfrm>
            <a:off x="355919" y="3329266"/>
            <a:ext cx="6347825" cy="424445"/>
          </a:xfrm>
        </p:spPr>
        <p:txBody>
          <a:bodyPr lIns="0" tIns="0" anchor="t">
            <a:normAutofit/>
          </a:bodyPr>
          <a:lstStyle>
            <a:lvl1pPr marL="0" indent="0" algn="l">
              <a:buNone/>
              <a:defRPr sz="1600" b="0" i="0">
                <a:solidFill>
                  <a:schemeClr val="bg1"/>
                </a:solidFill>
                <a:latin typeface="Montserrat" pitchFamily="2" charset="77"/>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AU" dirty="0"/>
              <a:t>CLICK TO EDIT MASTER SUBTITLE STYLE</a:t>
            </a:r>
            <a:endParaRPr lang="en-US" dirty="0"/>
          </a:p>
        </p:txBody>
      </p:sp>
      <p:pic>
        <p:nvPicPr>
          <p:cNvPr id="6" name="Picture 5"/>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355919" y="3994484"/>
            <a:ext cx="1043848" cy="858946"/>
          </a:xfrm>
          <a:prstGeom prst="rect">
            <a:avLst/>
          </a:prstGeom>
        </p:spPr>
      </p:pic>
    </p:spTree>
    <p:extLst>
      <p:ext uri="{BB962C8B-B14F-4D97-AF65-F5344CB8AC3E}">
        <p14:creationId xmlns:p14="http://schemas.microsoft.com/office/powerpoint/2010/main" val="34650097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Opening slide (big image)">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55919" y="1258226"/>
            <a:ext cx="6347825" cy="1611674"/>
          </a:xfrm>
        </p:spPr>
        <p:txBody>
          <a:bodyPr lIns="0" tIns="0" anchor="b">
            <a:noAutofit/>
          </a:bodyPr>
          <a:lstStyle>
            <a:lvl1pPr algn="l">
              <a:lnSpc>
                <a:spcPct val="80000"/>
              </a:lnSpc>
              <a:defRPr sz="5400">
                <a:solidFill>
                  <a:srgbClr val="FFFFFF"/>
                </a:solidFill>
                <a:latin typeface="+mj-lt"/>
              </a:defRPr>
            </a:lvl1pPr>
          </a:lstStyle>
          <a:p>
            <a:r>
              <a:rPr lang="en-US" dirty="0"/>
              <a:t>Divider</a:t>
            </a:r>
            <a:br>
              <a:rPr lang="en-US" dirty="0"/>
            </a:br>
            <a:r>
              <a:rPr lang="en-US" dirty="0"/>
              <a:t>slide title</a:t>
            </a:r>
          </a:p>
        </p:txBody>
      </p:sp>
      <p:sp>
        <p:nvSpPr>
          <p:cNvPr id="5" name="Subtitle 2"/>
          <p:cNvSpPr>
            <a:spLocks noGrp="1"/>
          </p:cNvSpPr>
          <p:nvPr>
            <p:ph type="subTitle" idx="1" hasCustomPrompt="1"/>
          </p:nvPr>
        </p:nvSpPr>
        <p:spPr>
          <a:xfrm>
            <a:off x="355919" y="3042377"/>
            <a:ext cx="6347825" cy="424445"/>
          </a:xfrm>
        </p:spPr>
        <p:txBody>
          <a:bodyPr lIns="0" tIns="0" anchor="t">
            <a:normAutofit/>
          </a:bodyPr>
          <a:lstStyle>
            <a:lvl1pPr marL="0" indent="0" algn="l">
              <a:buNone/>
              <a:defRPr sz="1600" b="0" i="0">
                <a:solidFill>
                  <a:schemeClr val="bg1"/>
                </a:solidFill>
                <a:latin typeface="Montserrat" pitchFamily="2" charset="77"/>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AU" dirty="0"/>
              <a:t>CLICK TO EDIT MASTER</a:t>
            </a:r>
            <a:br>
              <a:rPr lang="en-AU" dirty="0"/>
            </a:br>
            <a:r>
              <a:rPr lang="en-AU" dirty="0"/>
              <a:t>SUBTITLE STYLE</a:t>
            </a:r>
            <a:endParaRPr lang="en-US" dirty="0"/>
          </a:p>
        </p:txBody>
      </p:sp>
    </p:spTree>
    <p:extLst>
      <p:ext uri="{BB962C8B-B14F-4D97-AF65-F5344CB8AC3E}">
        <p14:creationId xmlns:p14="http://schemas.microsoft.com/office/powerpoint/2010/main" val="925973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Divider slide">
    <p:bg>
      <p:bgPr>
        <a:solidFill>
          <a:schemeClr val="accent2"/>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2" name="Title 1"/>
          <p:cNvSpPr>
            <a:spLocks noGrp="1"/>
          </p:cNvSpPr>
          <p:nvPr>
            <p:ph type="ctrTitle" hasCustomPrompt="1"/>
          </p:nvPr>
        </p:nvSpPr>
        <p:spPr>
          <a:xfrm>
            <a:off x="355919" y="1258226"/>
            <a:ext cx="6347825" cy="1611674"/>
          </a:xfrm>
        </p:spPr>
        <p:txBody>
          <a:bodyPr lIns="0" tIns="0" anchor="b">
            <a:noAutofit/>
          </a:bodyPr>
          <a:lstStyle>
            <a:lvl1pPr algn="l">
              <a:lnSpc>
                <a:spcPct val="80000"/>
              </a:lnSpc>
              <a:defRPr sz="5400">
                <a:solidFill>
                  <a:srgbClr val="FFFFFF"/>
                </a:solidFill>
                <a:latin typeface="+mj-lt"/>
              </a:defRPr>
            </a:lvl1pPr>
          </a:lstStyle>
          <a:p>
            <a:r>
              <a:rPr lang="en-US" dirty="0"/>
              <a:t>Divider slide title</a:t>
            </a:r>
          </a:p>
        </p:txBody>
      </p:sp>
      <p:sp>
        <p:nvSpPr>
          <p:cNvPr id="5" name="Subtitle 2"/>
          <p:cNvSpPr>
            <a:spLocks noGrp="1"/>
          </p:cNvSpPr>
          <p:nvPr>
            <p:ph type="subTitle" idx="1" hasCustomPrompt="1"/>
          </p:nvPr>
        </p:nvSpPr>
        <p:spPr>
          <a:xfrm>
            <a:off x="355919" y="3042377"/>
            <a:ext cx="6347825" cy="424445"/>
          </a:xfrm>
        </p:spPr>
        <p:txBody>
          <a:bodyPr lIns="0" tIns="0" anchor="t">
            <a:normAutofit/>
          </a:bodyPr>
          <a:lstStyle>
            <a:lvl1pPr marL="0" indent="0" algn="l">
              <a:buNone/>
              <a:defRPr sz="1600" b="0" i="0">
                <a:solidFill>
                  <a:schemeClr val="bg1"/>
                </a:solidFill>
                <a:latin typeface="Montserrat" pitchFamily="2" charset="77"/>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AU" dirty="0"/>
              <a:t>CLICK TO EDIT MASTER SUBTITLE STYLE</a:t>
            </a:r>
            <a:endParaRPr lang="en-US" dirty="0"/>
          </a:p>
        </p:txBody>
      </p:sp>
      <p:pic>
        <p:nvPicPr>
          <p:cNvPr id="8" name="Picture 7"/>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355919" y="3994484"/>
            <a:ext cx="1043848" cy="858946"/>
          </a:xfrm>
          <a:prstGeom prst="rect">
            <a:avLst/>
          </a:prstGeom>
        </p:spPr>
      </p:pic>
    </p:spTree>
    <p:extLst>
      <p:ext uri="{BB962C8B-B14F-4D97-AF65-F5344CB8AC3E}">
        <p14:creationId xmlns:p14="http://schemas.microsoft.com/office/powerpoint/2010/main" val="36159576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ext heavy slide">
    <p:spTree>
      <p:nvGrpSpPr>
        <p:cNvPr id="1" name=""/>
        <p:cNvGrpSpPr/>
        <p:nvPr/>
      </p:nvGrpSpPr>
      <p:grpSpPr>
        <a:xfrm>
          <a:off x="0" y="0"/>
          <a:ext cx="0" cy="0"/>
          <a:chOff x="0" y="0"/>
          <a:chExt cx="0" cy="0"/>
        </a:xfrm>
      </p:grpSpPr>
      <p:sp>
        <p:nvSpPr>
          <p:cNvPr id="3" name="Content Placeholder 2"/>
          <p:cNvSpPr>
            <a:spLocks noGrp="1"/>
          </p:cNvSpPr>
          <p:nvPr>
            <p:ph idx="1"/>
          </p:nvPr>
        </p:nvSpPr>
        <p:spPr>
          <a:xfrm>
            <a:off x="4620128" y="1885612"/>
            <a:ext cx="4010526" cy="3016397"/>
          </a:xfrm>
        </p:spPr>
        <p:txBody>
          <a:bodyPr>
            <a:normAutofit/>
          </a:bodyPr>
          <a:lstStyle>
            <a:lvl1pPr>
              <a:defRPr sz="1600" b="0" i="0">
                <a:solidFill>
                  <a:schemeClr val="accent3"/>
                </a:solidFill>
                <a:latin typeface="Montserrat" pitchFamily="2" charset="77"/>
              </a:defRPr>
            </a:lvl1pPr>
            <a:lvl2pPr>
              <a:defRPr sz="1600" b="0" i="0">
                <a:solidFill>
                  <a:schemeClr val="accent3"/>
                </a:solidFill>
                <a:latin typeface="Montserrat" pitchFamily="2" charset="77"/>
              </a:defRPr>
            </a:lvl2pPr>
            <a:lvl3pPr>
              <a:defRPr sz="1600" b="0" i="0">
                <a:solidFill>
                  <a:schemeClr val="accent3"/>
                </a:solidFill>
                <a:latin typeface="Montserrat" pitchFamily="2" charset="77"/>
              </a:defRPr>
            </a:lvl3pPr>
            <a:lvl4pPr>
              <a:defRPr sz="1600" b="0" i="0">
                <a:solidFill>
                  <a:schemeClr val="accent3"/>
                </a:solidFill>
                <a:latin typeface="Montserrat" pitchFamily="2" charset="77"/>
              </a:defRPr>
            </a:lvl4pPr>
            <a:lvl5pPr>
              <a:defRPr sz="1600" b="0" i="0">
                <a:solidFill>
                  <a:schemeClr val="accent3"/>
                </a:solidFill>
                <a:latin typeface="Montserrat" pitchFamily="2" charset="77"/>
              </a:defRPr>
            </a:lvl5pPr>
            <a:lvl6pPr>
              <a:defRPr sz="1500"/>
            </a:lvl6pPr>
            <a:lvl7pPr>
              <a:defRPr sz="1500"/>
            </a:lvl7pPr>
            <a:lvl8pPr>
              <a:defRPr sz="1500"/>
            </a:lvl8pPr>
            <a:lvl9pPr>
              <a:defRPr sz="1500"/>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AU" dirty="0"/>
          </a:p>
        </p:txBody>
      </p:sp>
      <p:sp>
        <p:nvSpPr>
          <p:cNvPr id="8" name="Title 1"/>
          <p:cNvSpPr>
            <a:spLocks noGrp="1"/>
          </p:cNvSpPr>
          <p:nvPr>
            <p:ph type="title"/>
          </p:nvPr>
        </p:nvSpPr>
        <p:spPr>
          <a:xfrm>
            <a:off x="355919" y="342900"/>
            <a:ext cx="8160621" cy="587542"/>
          </a:xfrm>
        </p:spPr>
        <p:txBody>
          <a:bodyPr anchor="b">
            <a:normAutofit/>
          </a:bodyPr>
          <a:lstStyle>
            <a:lvl1pPr>
              <a:defRPr sz="2800">
                <a:solidFill>
                  <a:schemeClr val="accent3"/>
                </a:solidFill>
              </a:defRPr>
            </a:lvl1pPr>
          </a:lstStyle>
          <a:p>
            <a:r>
              <a:rPr lang="en-GB"/>
              <a:t>Click to edit Master title style</a:t>
            </a:r>
            <a:endParaRPr lang="en-AU" dirty="0"/>
          </a:p>
        </p:txBody>
      </p:sp>
      <p:sp>
        <p:nvSpPr>
          <p:cNvPr id="9" name="Text Placeholder 3"/>
          <p:cNvSpPr>
            <a:spLocks noGrp="1"/>
          </p:cNvSpPr>
          <p:nvPr>
            <p:ph type="body" sz="half" idx="2" hasCustomPrompt="1"/>
          </p:nvPr>
        </p:nvSpPr>
        <p:spPr>
          <a:xfrm>
            <a:off x="355920" y="946609"/>
            <a:ext cx="8160620" cy="586164"/>
          </a:xfrm>
        </p:spPr>
        <p:txBody>
          <a:bodyPr>
            <a:normAutofit/>
          </a:bodyPr>
          <a:lstStyle>
            <a:lvl1pPr marL="0" indent="0">
              <a:buNone/>
              <a:defRPr sz="1400" b="0" i="0">
                <a:solidFill>
                  <a:schemeClr val="accent1"/>
                </a:solidFill>
                <a:latin typeface="Montserrat" pitchFamily="2" charset="77"/>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EDIT MASTER TEXT STYLES</a:t>
            </a:r>
          </a:p>
        </p:txBody>
      </p:sp>
      <p:sp>
        <p:nvSpPr>
          <p:cNvPr id="10" name="Subtitle 2"/>
          <p:cNvSpPr>
            <a:spLocks noGrp="1"/>
          </p:cNvSpPr>
          <p:nvPr>
            <p:ph type="subTitle" idx="10"/>
          </p:nvPr>
        </p:nvSpPr>
        <p:spPr>
          <a:xfrm>
            <a:off x="355920" y="1885612"/>
            <a:ext cx="3702733" cy="3039314"/>
          </a:xfrm>
        </p:spPr>
        <p:txBody>
          <a:bodyPr>
            <a:normAutofit/>
          </a:bodyPr>
          <a:lstStyle>
            <a:lvl1pPr marL="0" indent="0" algn="l">
              <a:buNone/>
              <a:defRPr sz="2000">
                <a:solidFill>
                  <a:schemeClr val="accent3"/>
                </a:solidFill>
                <a:latin typeface="+mj-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en-AU" dirty="0"/>
          </a:p>
        </p:txBody>
      </p:sp>
    </p:spTree>
    <p:extLst>
      <p:ext uri="{BB962C8B-B14F-4D97-AF65-F5344CB8AC3E}">
        <p14:creationId xmlns:p14="http://schemas.microsoft.com/office/powerpoint/2010/main" val="2091564658"/>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asic empty slide">
    <p:spTree>
      <p:nvGrpSpPr>
        <p:cNvPr id="1" name=""/>
        <p:cNvGrpSpPr/>
        <p:nvPr/>
      </p:nvGrpSpPr>
      <p:grpSpPr>
        <a:xfrm>
          <a:off x="0" y="0"/>
          <a:ext cx="0" cy="0"/>
          <a:chOff x="0" y="0"/>
          <a:chExt cx="0" cy="0"/>
        </a:xfrm>
      </p:grpSpPr>
      <p:sp>
        <p:nvSpPr>
          <p:cNvPr id="8" name="Title 1"/>
          <p:cNvSpPr>
            <a:spLocks noGrp="1"/>
          </p:cNvSpPr>
          <p:nvPr>
            <p:ph type="title"/>
          </p:nvPr>
        </p:nvSpPr>
        <p:spPr>
          <a:xfrm>
            <a:off x="355919" y="342900"/>
            <a:ext cx="8160621" cy="587542"/>
          </a:xfrm>
        </p:spPr>
        <p:txBody>
          <a:bodyPr anchor="b">
            <a:normAutofit/>
          </a:bodyPr>
          <a:lstStyle>
            <a:lvl1pPr>
              <a:defRPr sz="2800">
                <a:solidFill>
                  <a:schemeClr val="accent3"/>
                </a:solidFill>
              </a:defRPr>
            </a:lvl1pPr>
          </a:lstStyle>
          <a:p>
            <a:r>
              <a:rPr lang="en-GB"/>
              <a:t>Click to edit Master title style</a:t>
            </a:r>
            <a:endParaRPr lang="en-AU" dirty="0"/>
          </a:p>
        </p:txBody>
      </p:sp>
      <p:sp>
        <p:nvSpPr>
          <p:cNvPr id="9" name="Text Placeholder 3"/>
          <p:cNvSpPr>
            <a:spLocks noGrp="1"/>
          </p:cNvSpPr>
          <p:nvPr>
            <p:ph type="body" sz="half" idx="2" hasCustomPrompt="1"/>
          </p:nvPr>
        </p:nvSpPr>
        <p:spPr>
          <a:xfrm>
            <a:off x="355920" y="946609"/>
            <a:ext cx="8160620" cy="465096"/>
          </a:xfrm>
        </p:spPr>
        <p:txBody>
          <a:bodyPr>
            <a:normAutofit/>
          </a:bodyPr>
          <a:lstStyle>
            <a:lvl1pPr marL="0" indent="0">
              <a:buNone/>
              <a:defRPr sz="1400" b="0" i="0" baseline="0">
                <a:solidFill>
                  <a:schemeClr val="accent1"/>
                </a:solidFill>
                <a:latin typeface="Montserrat" pitchFamily="2" charset="77"/>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EDIT MASTER TEXT STYLES</a:t>
            </a:r>
          </a:p>
        </p:txBody>
      </p:sp>
    </p:spTree>
    <p:extLst>
      <p:ext uri="{BB962C8B-B14F-4D97-AF65-F5344CB8AC3E}">
        <p14:creationId xmlns:p14="http://schemas.microsoft.com/office/powerpoint/2010/main" val="3186868955"/>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xt &amp; image slide (1)">
    <p:spTree>
      <p:nvGrpSpPr>
        <p:cNvPr id="1" name=""/>
        <p:cNvGrpSpPr/>
        <p:nvPr/>
      </p:nvGrpSpPr>
      <p:grpSpPr>
        <a:xfrm>
          <a:off x="0" y="0"/>
          <a:ext cx="0" cy="0"/>
          <a:chOff x="0" y="0"/>
          <a:chExt cx="0" cy="0"/>
        </a:xfrm>
      </p:grpSpPr>
      <p:sp>
        <p:nvSpPr>
          <p:cNvPr id="7" name="Content Placeholder 2"/>
          <p:cNvSpPr>
            <a:spLocks noGrp="1"/>
          </p:cNvSpPr>
          <p:nvPr>
            <p:ph idx="1"/>
          </p:nvPr>
        </p:nvSpPr>
        <p:spPr>
          <a:xfrm>
            <a:off x="355922" y="1903228"/>
            <a:ext cx="4010526" cy="2925445"/>
          </a:xfrm>
        </p:spPr>
        <p:txBody>
          <a:bodyPr>
            <a:normAutofit/>
          </a:bodyPr>
          <a:lstStyle>
            <a:lvl1pPr>
              <a:defRPr sz="1600" b="0" i="0">
                <a:solidFill>
                  <a:schemeClr val="accent3"/>
                </a:solidFill>
                <a:latin typeface="Montserrat" pitchFamily="2" charset="77"/>
              </a:defRPr>
            </a:lvl1pPr>
            <a:lvl2pPr>
              <a:defRPr sz="1600" b="0" i="0">
                <a:solidFill>
                  <a:schemeClr val="accent3"/>
                </a:solidFill>
                <a:latin typeface="Montserrat" pitchFamily="2" charset="77"/>
              </a:defRPr>
            </a:lvl2pPr>
            <a:lvl3pPr>
              <a:defRPr sz="1600" b="0" i="0">
                <a:solidFill>
                  <a:schemeClr val="accent3"/>
                </a:solidFill>
                <a:latin typeface="Montserrat" pitchFamily="2" charset="77"/>
              </a:defRPr>
            </a:lvl3pPr>
            <a:lvl4pPr>
              <a:defRPr sz="1600" b="0" i="0">
                <a:solidFill>
                  <a:schemeClr val="accent3"/>
                </a:solidFill>
                <a:latin typeface="Montserrat" pitchFamily="2" charset="77"/>
              </a:defRPr>
            </a:lvl4pPr>
            <a:lvl5pPr>
              <a:defRPr sz="1600" b="0" i="0">
                <a:solidFill>
                  <a:schemeClr val="accent3"/>
                </a:solidFill>
                <a:latin typeface="Montserrat" pitchFamily="2" charset="77"/>
              </a:defRPr>
            </a:lvl5pPr>
            <a:lvl6pPr>
              <a:defRPr sz="1500"/>
            </a:lvl6pPr>
            <a:lvl7pPr>
              <a:defRPr sz="1500"/>
            </a:lvl7pPr>
            <a:lvl8pPr>
              <a:defRPr sz="1500"/>
            </a:lvl8pPr>
            <a:lvl9pPr>
              <a:defRPr sz="1500"/>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AU" dirty="0"/>
          </a:p>
        </p:txBody>
      </p:sp>
      <p:sp>
        <p:nvSpPr>
          <p:cNvPr id="12" name="Title 1"/>
          <p:cNvSpPr>
            <a:spLocks noGrp="1"/>
          </p:cNvSpPr>
          <p:nvPr>
            <p:ph type="title"/>
          </p:nvPr>
        </p:nvSpPr>
        <p:spPr>
          <a:xfrm>
            <a:off x="355919" y="342900"/>
            <a:ext cx="8160621" cy="587542"/>
          </a:xfrm>
        </p:spPr>
        <p:txBody>
          <a:bodyPr anchor="b">
            <a:normAutofit/>
          </a:bodyPr>
          <a:lstStyle>
            <a:lvl1pPr>
              <a:defRPr sz="2800">
                <a:solidFill>
                  <a:schemeClr val="accent3"/>
                </a:solidFill>
              </a:defRPr>
            </a:lvl1pPr>
          </a:lstStyle>
          <a:p>
            <a:r>
              <a:rPr lang="en-GB"/>
              <a:t>Click to edit Master title style</a:t>
            </a:r>
            <a:endParaRPr lang="en-AU" dirty="0"/>
          </a:p>
        </p:txBody>
      </p:sp>
      <p:sp>
        <p:nvSpPr>
          <p:cNvPr id="13" name="Text Placeholder 3"/>
          <p:cNvSpPr>
            <a:spLocks noGrp="1"/>
          </p:cNvSpPr>
          <p:nvPr>
            <p:ph type="body" sz="half" idx="2" hasCustomPrompt="1"/>
          </p:nvPr>
        </p:nvSpPr>
        <p:spPr>
          <a:xfrm>
            <a:off x="355920" y="946609"/>
            <a:ext cx="8160620" cy="586164"/>
          </a:xfrm>
        </p:spPr>
        <p:txBody>
          <a:bodyPr>
            <a:normAutofit/>
          </a:bodyPr>
          <a:lstStyle>
            <a:lvl1pPr marL="0" indent="0">
              <a:buNone/>
              <a:defRPr sz="1400" b="0" i="0">
                <a:solidFill>
                  <a:schemeClr val="accent1"/>
                </a:solidFill>
                <a:latin typeface="Montserrat" pitchFamily="2" charset="77"/>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EDIT MASTER TEXT STYLES</a:t>
            </a:r>
          </a:p>
        </p:txBody>
      </p:sp>
    </p:spTree>
    <p:extLst>
      <p:ext uri="{BB962C8B-B14F-4D97-AF65-F5344CB8AC3E}">
        <p14:creationId xmlns:p14="http://schemas.microsoft.com/office/powerpoint/2010/main" val="1897537212"/>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ext &amp; big image slide">
    <p:bg>
      <p:bgPr>
        <a:solidFill>
          <a:schemeClr val="accent3"/>
        </a:solidFill>
        <a:effectLst/>
      </p:bgPr>
    </p:bg>
    <p:spTree>
      <p:nvGrpSpPr>
        <p:cNvPr id="1" name=""/>
        <p:cNvGrpSpPr/>
        <p:nvPr/>
      </p:nvGrpSpPr>
      <p:grpSpPr>
        <a:xfrm>
          <a:off x="0" y="0"/>
          <a:ext cx="0" cy="0"/>
          <a:chOff x="0" y="0"/>
          <a:chExt cx="0" cy="0"/>
        </a:xfrm>
      </p:grpSpPr>
      <p:sp>
        <p:nvSpPr>
          <p:cNvPr id="7" name="Content Placeholder 2"/>
          <p:cNvSpPr>
            <a:spLocks noGrp="1"/>
          </p:cNvSpPr>
          <p:nvPr>
            <p:ph idx="1"/>
          </p:nvPr>
        </p:nvSpPr>
        <p:spPr>
          <a:xfrm>
            <a:off x="355922" y="1818167"/>
            <a:ext cx="4010526" cy="3010507"/>
          </a:xfrm>
        </p:spPr>
        <p:txBody>
          <a:bodyPr>
            <a:normAutofit/>
          </a:bodyPr>
          <a:lstStyle>
            <a:lvl1pPr>
              <a:defRPr sz="1600" b="0" i="0">
                <a:solidFill>
                  <a:schemeClr val="bg1"/>
                </a:solidFill>
                <a:latin typeface="Montserrat" pitchFamily="2" charset="77"/>
              </a:defRPr>
            </a:lvl1pPr>
            <a:lvl2pPr>
              <a:defRPr sz="1600" b="0" i="0">
                <a:solidFill>
                  <a:schemeClr val="bg1"/>
                </a:solidFill>
                <a:latin typeface="Montserrat" pitchFamily="2" charset="77"/>
              </a:defRPr>
            </a:lvl2pPr>
            <a:lvl3pPr>
              <a:defRPr sz="1600" b="0" i="0">
                <a:solidFill>
                  <a:schemeClr val="bg1"/>
                </a:solidFill>
                <a:latin typeface="Montserrat" pitchFamily="2" charset="77"/>
              </a:defRPr>
            </a:lvl3pPr>
            <a:lvl4pPr>
              <a:defRPr sz="1600" b="0" i="0">
                <a:solidFill>
                  <a:schemeClr val="bg1"/>
                </a:solidFill>
                <a:latin typeface="Montserrat" pitchFamily="2" charset="77"/>
              </a:defRPr>
            </a:lvl4pPr>
            <a:lvl5pPr>
              <a:defRPr sz="1600" b="0" i="0">
                <a:solidFill>
                  <a:schemeClr val="bg1"/>
                </a:solidFill>
                <a:latin typeface="Montserrat" pitchFamily="2" charset="77"/>
              </a:defRPr>
            </a:lvl5pPr>
            <a:lvl6pPr>
              <a:defRPr sz="1500"/>
            </a:lvl6pPr>
            <a:lvl7pPr>
              <a:defRPr sz="1500"/>
            </a:lvl7pPr>
            <a:lvl8pPr>
              <a:defRPr sz="1500"/>
            </a:lvl8pPr>
            <a:lvl9pPr>
              <a:defRPr sz="1500"/>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AU" dirty="0"/>
          </a:p>
        </p:txBody>
      </p:sp>
      <p:sp>
        <p:nvSpPr>
          <p:cNvPr id="9" name="Title 1"/>
          <p:cNvSpPr>
            <a:spLocks noGrp="1"/>
          </p:cNvSpPr>
          <p:nvPr>
            <p:ph type="title"/>
          </p:nvPr>
        </p:nvSpPr>
        <p:spPr>
          <a:xfrm>
            <a:off x="355919" y="342900"/>
            <a:ext cx="8160621" cy="587542"/>
          </a:xfrm>
        </p:spPr>
        <p:txBody>
          <a:bodyPr anchor="b">
            <a:normAutofit/>
          </a:bodyPr>
          <a:lstStyle>
            <a:lvl1pPr>
              <a:defRPr sz="2800">
                <a:solidFill>
                  <a:schemeClr val="bg1"/>
                </a:solidFill>
              </a:defRPr>
            </a:lvl1pPr>
          </a:lstStyle>
          <a:p>
            <a:r>
              <a:rPr lang="en-GB"/>
              <a:t>Click to edit Master title style</a:t>
            </a:r>
            <a:endParaRPr lang="en-AU" dirty="0"/>
          </a:p>
        </p:txBody>
      </p:sp>
      <p:sp>
        <p:nvSpPr>
          <p:cNvPr id="10" name="Text Placeholder 3"/>
          <p:cNvSpPr>
            <a:spLocks noGrp="1"/>
          </p:cNvSpPr>
          <p:nvPr>
            <p:ph type="body" sz="half" idx="2" hasCustomPrompt="1"/>
          </p:nvPr>
        </p:nvSpPr>
        <p:spPr>
          <a:xfrm>
            <a:off x="355920" y="946609"/>
            <a:ext cx="8160620" cy="586164"/>
          </a:xfrm>
        </p:spPr>
        <p:txBody>
          <a:bodyPr>
            <a:normAutofit/>
          </a:bodyPr>
          <a:lstStyle>
            <a:lvl1pPr marL="0" indent="0">
              <a:buNone/>
              <a:defRPr sz="1400" b="0" i="0">
                <a:solidFill>
                  <a:schemeClr val="bg1"/>
                </a:solidFill>
                <a:latin typeface="Montserrat" pitchFamily="2" charset="77"/>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EDIT MASTER TEXT STYLES</a:t>
            </a:r>
          </a:p>
        </p:txBody>
      </p:sp>
    </p:spTree>
    <p:extLst>
      <p:ext uri="{BB962C8B-B14F-4D97-AF65-F5344CB8AC3E}">
        <p14:creationId xmlns:p14="http://schemas.microsoft.com/office/powerpoint/2010/main" val="20192132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Closing slide">
    <p:bg>
      <p:bgPr>
        <a:solidFill>
          <a:schemeClr val="accent1"/>
        </a:solidFill>
        <a:effectLst/>
      </p:bgPr>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2" name="Title 1"/>
          <p:cNvSpPr>
            <a:spLocks noGrp="1"/>
          </p:cNvSpPr>
          <p:nvPr>
            <p:ph type="ctrTitle" hasCustomPrompt="1"/>
          </p:nvPr>
        </p:nvSpPr>
        <p:spPr>
          <a:xfrm>
            <a:off x="355919" y="1668405"/>
            <a:ext cx="6347825" cy="1611674"/>
          </a:xfrm>
        </p:spPr>
        <p:txBody>
          <a:bodyPr lIns="0" tIns="0" anchor="b">
            <a:noAutofit/>
          </a:bodyPr>
          <a:lstStyle>
            <a:lvl1pPr algn="l">
              <a:lnSpc>
                <a:spcPct val="80000"/>
              </a:lnSpc>
              <a:defRPr sz="5400">
                <a:solidFill>
                  <a:srgbClr val="FFFFFF"/>
                </a:solidFill>
                <a:latin typeface="+mj-lt"/>
              </a:defRPr>
            </a:lvl1pPr>
          </a:lstStyle>
          <a:p>
            <a:r>
              <a:rPr lang="en-US" dirty="0"/>
              <a:t>Stand</a:t>
            </a:r>
            <a:br>
              <a:rPr lang="en-US" dirty="0"/>
            </a:br>
            <a:r>
              <a:rPr lang="en-US" dirty="0"/>
              <a:t>for purpose</a:t>
            </a:r>
          </a:p>
        </p:txBody>
      </p:sp>
      <p:pic>
        <p:nvPicPr>
          <p:cNvPr id="8" name="Picture 7"/>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355919" y="3994484"/>
            <a:ext cx="1043848" cy="858946"/>
          </a:xfrm>
          <a:prstGeom prst="rect">
            <a:avLst/>
          </a:prstGeom>
        </p:spPr>
      </p:pic>
    </p:spTree>
    <p:extLst>
      <p:ext uri="{BB962C8B-B14F-4D97-AF65-F5344CB8AC3E}">
        <p14:creationId xmlns:p14="http://schemas.microsoft.com/office/powerpoint/2010/main" val="38029833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tudy areas">
    <p:spTree>
      <p:nvGrpSpPr>
        <p:cNvPr id="1" name=""/>
        <p:cNvGrpSpPr/>
        <p:nvPr/>
      </p:nvGrpSpPr>
      <p:grpSpPr>
        <a:xfrm>
          <a:off x="0" y="0"/>
          <a:ext cx="0" cy="0"/>
          <a:chOff x="0" y="0"/>
          <a:chExt cx="0" cy="0"/>
        </a:xfrm>
      </p:grpSpPr>
    </p:spTree>
    <p:extLst>
      <p:ext uri="{BB962C8B-B14F-4D97-AF65-F5344CB8AC3E}">
        <p14:creationId xmlns:p14="http://schemas.microsoft.com/office/powerpoint/2010/main" val="4110700695"/>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ccommodation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349438487"/>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Global reach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44572620"/>
      </p:ext>
    </p:extLst>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omestic campuses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118382048"/>
      </p:ext>
    </p:extLst>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4960067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Opening slide (txt &amp; im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25296630"/>
      </p:ext>
    </p:extLst>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lumMod val="85000"/>
          </a:schemeClr>
        </a:soli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44321" y="6754066"/>
            <a:ext cx="9144000" cy="5143500"/>
          </a:xfrm>
          <a:prstGeom prst="rect">
            <a:avLst/>
          </a:prstGeom>
        </p:spPr>
      </p:pic>
      <p:pic>
        <p:nvPicPr>
          <p:cNvPr id="13" name="Picture 12"/>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293401" y="6870243"/>
            <a:ext cx="9144000" cy="5143500"/>
          </a:xfrm>
          <a:prstGeom prst="rect">
            <a:avLst/>
          </a:prstGeom>
        </p:spPr>
      </p:pic>
      <p:pic>
        <p:nvPicPr>
          <p:cNvPr id="14" name="Picture 13"/>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679323" y="6637889"/>
            <a:ext cx="9144000" cy="5143500"/>
          </a:xfrm>
          <a:prstGeom prst="rect">
            <a:avLst/>
          </a:prstGeom>
        </p:spPr>
      </p:pic>
      <p:pic>
        <p:nvPicPr>
          <p:cNvPr id="15" name="Picture 14"/>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3438190" y="1515575"/>
            <a:ext cx="1138338" cy="888108"/>
          </a:xfrm>
          <a:prstGeom prst="rect">
            <a:avLst/>
          </a:prstGeom>
        </p:spPr>
      </p:pic>
      <p:pic>
        <p:nvPicPr>
          <p:cNvPr id="16" name="Picture 15"/>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a:off x="1883301" y="1521820"/>
            <a:ext cx="1138338" cy="888108"/>
          </a:xfrm>
          <a:prstGeom prst="rect">
            <a:avLst/>
          </a:prstGeom>
        </p:spPr>
      </p:pic>
      <p:pic>
        <p:nvPicPr>
          <p:cNvPr id="17" name="Picture 16"/>
          <p:cNvPicPr>
            <a:picLocks noChangeAspect="1"/>
          </p:cNvPicPr>
          <p:nvPr userDrawn="1"/>
        </p:nvPicPr>
        <p:blipFill>
          <a:blip r:embed="rId7" cstate="screen">
            <a:extLst>
              <a:ext uri="{28A0092B-C50C-407E-A947-70E740481C1C}">
                <a14:useLocalDpi xmlns:a14="http://schemas.microsoft.com/office/drawing/2010/main"/>
              </a:ext>
            </a:extLst>
          </a:blip>
          <a:stretch>
            <a:fillRect/>
          </a:stretch>
        </p:blipFill>
        <p:spPr>
          <a:xfrm>
            <a:off x="526728" y="1494055"/>
            <a:ext cx="1138338" cy="888108"/>
          </a:xfrm>
          <a:prstGeom prst="rect">
            <a:avLst/>
          </a:prstGeom>
        </p:spPr>
      </p:pic>
      <p:pic>
        <p:nvPicPr>
          <p:cNvPr id="18" name="Picture 17"/>
          <p:cNvPicPr>
            <a:picLocks noChangeAspect="1"/>
          </p:cNvPicPr>
          <p:nvPr userDrawn="1"/>
        </p:nvPicPr>
        <p:blipFill>
          <a:blip r:embed="rId8" cstate="screen">
            <a:extLst>
              <a:ext uri="{28A0092B-C50C-407E-A947-70E740481C1C}">
                <a14:useLocalDpi xmlns:a14="http://schemas.microsoft.com/office/drawing/2010/main"/>
              </a:ext>
            </a:extLst>
          </a:blip>
          <a:stretch>
            <a:fillRect/>
          </a:stretch>
        </p:blipFill>
        <p:spPr>
          <a:xfrm>
            <a:off x="6683794" y="1934529"/>
            <a:ext cx="287930" cy="272994"/>
          </a:xfrm>
          <a:prstGeom prst="rect">
            <a:avLst/>
          </a:prstGeom>
        </p:spPr>
      </p:pic>
      <p:pic>
        <p:nvPicPr>
          <p:cNvPr id="19" name="Picture 18"/>
          <p:cNvPicPr>
            <a:picLocks noChangeAspect="1"/>
          </p:cNvPicPr>
          <p:nvPr userDrawn="1"/>
        </p:nvPicPr>
        <p:blipFill>
          <a:blip r:embed="rId9" cstate="screen">
            <a:extLst>
              <a:ext uri="{28A0092B-C50C-407E-A947-70E740481C1C}">
                <a14:useLocalDpi xmlns:a14="http://schemas.microsoft.com/office/drawing/2010/main"/>
              </a:ext>
            </a:extLst>
          </a:blip>
          <a:stretch>
            <a:fillRect/>
          </a:stretch>
        </p:blipFill>
        <p:spPr>
          <a:xfrm>
            <a:off x="5961152" y="1939678"/>
            <a:ext cx="287930" cy="272994"/>
          </a:xfrm>
          <a:prstGeom prst="rect">
            <a:avLst/>
          </a:prstGeom>
        </p:spPr>
      </p:pic>
      <p:pic>
        <p:nvPicPr>
          <p:cNvPr id="20" name="Picture 19"/>
          <p:cNvPicPr>
            <a:picLocks noChangeAspect="1"/>
          </p:cNvPicPr>
          <p:nvPr userDrawn="1"/>
        </p:nvPicPr>
        <p:blipFill>
          <a:blip r:embed="rId10" cstate="screen">
            <a:extLst>
              <a:ext uri="{28A0092B-C50C-407E-A947-70E740481C1C}">
                <a14:useLocalDpi xmlns:a14="http://schemas.microsoft.com/office/drawing/2010/main"/>
              </a:ext>
            </a:extLst>
          </a:blip>
          <a:stretch>
            <a:fillRect/>
          </a:stretch>
        </p:blipFill>
        <p:spPr>
          <a:xfrm>
            <a:off x="5961152" y="1584952"/>
            <a:ext cx="287930" cy="272994"/>
          </a:xfrm>
          <a:prstGeom prst="rect">
            <a:avLst/>
          </a:prstGeom>
        </p:spPr>
      </p:pic>
      <p:pic>
        <p:nvPicPr>
          <p:cNvPr id="21" name="Picture 20"/>
          <p:cNvPicPr>
            <a:picLocks noChangeAspect="1"/>
          </p:cNvPicPr>
          <p:nvPr userDrawn="1"/>
        </p:nvPicPr>
        <p:blipFill>
          <a:blip r:embed="rId11" cstate="screen">
            <a:extLst>
              <a:ext uri="{28A0092B-C50C-407E-A947-70E740481C1C}">
                <a14:useLocalDpi xmlns:a14="http://schemas.microsoft.com/office/drawing/2010/main"/>
              </a:ext>
            </a:extLst>
          </a:blip>
          <a:stretch>
            <a:fillRect/>
          </a:stretch>
        </p:blipFill>
        <p:spPr>
          <a:xfrm>
            <a:off x="5940743" y="1222631"/>
            <a:ext cx="287930" cy="272994"/>
          </a:xfrm>
          <a:prstGeom prst="rect">
            <a:avLst/>
          </a:prstGeom>
        </p:spPr>
      </p:pic>
      <p:pic>
        <p:nvPicPr>
          <p:cNvPr id="22" name="Picture 21"/>
          <p:cNvPicPr>
            <a:picLocks noChangeAspect="1"/>
          </p:cNvPicPr>
          <p:nvPr userDrawn="1"/>
        </p:nvPicPr>
        <p:blipFill>
          <a:blip r:embed="rId12" cstate="screen">
            <a:extLst>
              <a:ext uri="{28A0092B-C50C-407E-A947-70E740481C1C}">
                <a14:useLocalDpi xmlns:a14="http://schemas.microsoft.com/office/drawing/2010/main"/>
              </a:ext>
            </a:extLst>
          </a:blip>
          <a:stretch>
            <a:fillRect/>
          </a:stretch>
        </p:blipFill>
        <p:spPr>
          <a:xfrm>
            <a:off x="6322473" y="1944620"/>
            <a:ext cx="287930" cy="272994"/>
          </a:xfrm>
          <a:prstGeom prst="rect">
            <a:avLst/>
          </a:prstGeom>
        </p:spPr>
      </p:pic>
      <p:pic>
        <p:nvPicPr>
          <p:cNvPr id="23" name="Picture 22"/>
          <p:cNvPicPr>
            <a:picLocks noChangeAspect="1"/>
          </p:cNvPicPr>
          <p:nvPr userDrawn="1"/>
        </p:nvPicPr>
        <p:blipFill>
          <a:blip r:embed="rId13" cstate="screen">
            <a:extLst>
              <a:ext uri="{28A0092B-C50C-407E-A947-70E740481C1C}">
                <a14:useLocalDpi xmlns:a14="http://schemas.microsoft.com/office/drawing/2010/main"/>
              </a:ext>
            </a:extLst>
          </a:blip>
          <a:stretch>
            <a:fillRect/>
          </a:stretch>
        </p:blipFill>
        <p:spPr>
          <a:xfrm>
            <a:off x="6324128" y="1594101"/>
            <a:ext cx="287930" cy="272994"/>
          </a:xfrm>
          <a:prstGeom prst="rect">
            <a:avLst/>
          </a:prstGeom>
        </p:spPr>
      </p:pic>
      <p:pic>
        <p:nvPicPr>
          <p:cNvPr id="24" name="Picture 23"/>
          <p:cNvPicPr>
            <a:picLocks noChangeAspect="1"/>
          </p:cNvPicPr>
          <p:nvPr userDrawn="1"/>
        </p:nvPicPr>
        <p:blipFill>
          <a:blip r:embed="rId14" cstate="screen">
            <a:extLst>
              <a:ext uri="{28A0092B-C50C-407E-A947-70E740481C1C}">
                <a14:useLocalDpi xmlns:a14="http://schemas.microsoft.com/office/drawing/2010/main"/>
              </a:ext>
            </a:extLst>
          </a:blip>
          <a:stretch>
            <a:fillRect/>
          </a:stretch>
        </p:blipFill>
        <p:spPr>
          <a:xfrm>
            <a:off x="6324128" y="598449"/>
            <a:ext cx="287930" cy="272994"/>
          </a:xfrm>
          <a:prstGeom prst="rect">
            <a:avLst/>
          </a:prstGeom>
        </p:spPr>
      </p:pic>
      <p:pic>
        <p:nvPicPr>
          <p:cNvPr id="27" name="Picture 26"/>
          <p:cNvPicPr>
            <a:picLocks noChangeAspect="1"/>
          </p:cNvPicPr>
          <p:nvPr userDrawn="1"/>
        </p:nvPicPr>
        <p:blipFill>
          <a:blip r:embed="rId15" cstate="screen">
            <a:extLst>
              <a:ext uri="{28A0092B-C50C-407E-A947-70E740481C1C}">
                <a14:useLocalDpi xmlns:a14="http://schemas.microsoft.com/office/drawing/2010/main"/>
              </a:ext>
            </a:extLst>
          </a:blip>
          <a:stretch>
            <a:fillRect/>
          </a:stretch>
        </p:blipFill>
        <p:spPr>
          <a:xfrm>
            <a:off x="6246859" y="1209890"/>
            <a:ext cx="287930" cy="272994"/>
          </a:xfrm>
          <a:prstGeom prst="rect">
            <a:avLst/>
          </a:prstGeom>
        </p:spPr>
      </p:pic>
      <p:pic>
        <p:nvPicPr>
          <p:cNvPr id="28" name="Picture 27"/>
          <p:cNvPicPr>
            <a:picLocks noChangeAspect="1"/>
          </p:cNvPicPr>
          <p:nvPr userDrawn="1"/>
        </p:nvPicPr>
        <p:blipFill>
          <a:blip r:embed="rId16" cstate="screen">
            <a:extLst>
              <a:ext uri="{28A0092B-C50C-407E-A947-70E740481C1C}">
                <a14:useLocalDpi xmlns:a14="http://schemas.microsoft.com/office/drawing/2010/main"/>
              </a:ext>
            </a:extLst>
          </a:blip>
          <a:stretch>
            <a:fillRect/>
          </a:stretch>
        </p:blipFill>
        <p:spPr>
          <a:xfrm>
            <a:off x="5958929" y="602078"/>
            <a:ext cx="287930" cy="272994"/>
          </a:xfrm>
          <a:prstGeom prst="rect">
            <a:avLst/>
          </a:prstGeom>
        </p:spPr>
      </p:pic>
      <p:pic>
        <p:nvPicPr>
          <p:cNvPr id="29" name="Picture 28"/>
          <p:cNvPicPr>
            <a:picLocks noChangeAspect="1"/>
          </p:cNvPicPr>
          <p:nvPr userDrawn="1"/>
        </p:nvPicPr>
        <p:blipFill>
          <a:blip r:embed="rId17" cstate="screen">
            <a:extLst>
              <a:ext uri="{28A0092B-C50C-407E-A947-70E740481C1C}">
                <a14:useLocalDpi xmlns:a14="http://schemas.microsoft.com/office/drawing/2010/main"/>
              </a:ext>
            </a:extLst>
          </a:blip>
          <a:stretch>
            <a:fillRect/>
          </a:stretch>
        </p:blipFill>
        <p:spPr>
          <a:xfrm>
            <a:off x="6241196" y="893508"/>
            <a:ext cx="287930" cy="272994"/>
          </a:xfrm>
          <a:prstGeom prst="rect">
            <a:avLst/>
          </a:prstGeom>
        </p:spPr>
      </p:pic>
      <p:pic>
        <p:nvPicPr>
          <p:cNvPr id="30" name="Picture 29"/>
          <p:cNvPicPr>
            <a:picLocks noChangeAspect="1"/>
          </p:cNvPicPr>
          <p:nvPr userDrawn="1"/>
        </p:nvPicPr>
        <p:blipFill>
          <a:blip r:embed="rId18" cstate="screen">
            <a:extLst>
              <a:ext uri="{28A0092B-C50C-407E-A947-70E740481C1C}">
                <a14:useLocalDpi xmlns:a14="http://schemas.microsoft.com/office/drawing/2010/main"/>
              </a:ext>
            </a:extLst>
          </a:blip>
          <a:stretch>
            <a:fillRect/>
          </a:stretch>
        </p:blipFill>
        <p:spPr>
          <a:xfrm>
            <a:off x="5958929" y="930380"/>
            <a:ext cx="287930" cy="272994"/>
          </a:xfrm>
          <a:prstGeom prst="rect">
            <a:avLst/>
          </a:prstGeom>
        </p:spPr>
      </p:pic>
      <p:sp>
        <p:nvSpPr>
          <p:cNvPr id="49" name="Rectangle 48"/>
          <p:cNvSpPr/>
          <p:nvPr userDrawn="1"/>
        </p:nvSpPr>
        <p:spPr>
          <a:xfrm>
            <a:off x="5861789" y="44822"/>
            <a:ext cx="1931939" cy="369332"/>
          </a:xfrm>
          <a:prstGeom prst="rect">
            <a:avLst/>
          </a:prstGeom>
        </p:spPr>
        <p:txBody>
          <a:bodyPr wrap="none">
            <a:spAutoFit/>
          </a:bodyPr>
          <a:lstStyle/>
          <a:p>
            <a:r>
              <a:rPr lang="en-AU" b="0" i="0" dirty="0">
                <a:latin typeface="Montserrat" pitchFamily="2" charset="77"/>
              </a:rPr>
              <a:t>Icons for topics</a:t>
            </a:r>
          </a:p>
        </p:txBody>
      </p:sp>
      <p:sp>
        <p:nvSpPr>
          <p:cNvPr id="51" name="Rectangle 50"/>
          <p:cNvSpPr/>
          <p:nvPr userDrawn="1"/>
        </p:nvSpPr>
        <p:spPr>
          <a:xfrm>
            <a:off x="435386" y="930380"/>
            <a:ext cx="1787669" cy="369332"/>
          </a:xfrm>
          <a:prstGeom prst="rect">
            <a:avLst/>
          </a:prstGeom>
        </p:spPr>
        <p:txBody>
          <a:bodyPr wrap="none">
            <a:spAutoFit/>
          </a:bodyPr>
          <a:lstStyle/>
          <a:p>
            <a:r>
              <a:rPr lang="en-AU" b="0" i="0" dirty="0">
                <a:latin typeface="Montserrat" pitchFamily="2" charset="77"/>
              </a:rPr>
              <a:t>Primary logos</a:t>
            </a:r>
          </a:p>
        </p:txBody>
      </p:sp>
      <p:sp>
        <p:nvSpPr>
          <p:cNvPr id="52" name="Rectangle 51"/>
          <p:cNvSpPr/>
          <p:nvPr userDrawn="1"/>
        </p:nvSpPr>
        <p:spPr>
          <a:xfrm>
            <a:off x="1028403" y="7561682"/>
            <a:ext cx="1816523" cy="369332"/>
          </a:xfrm>
          <a:prstGeom prst="rect">
            <a:avLst/>
          </a:prstGeom>
        </p:spPr>
        <p:txBody>
          <a:bodyPr wrap="none">
            <a:spAutoFit/>
          </a:bodyPr>
          <a:lstStyle/>
          <a:p>
            <a:r>
              <a:rPr lang="en-AU" b="0" i="0" dirty="0">
                <a:latin typeface="Montserrat" pitchFamily="2" charset="77"/>
              </a:rPr>
              <a:t>UOW overlays</a:t>
            </a:r>
          </a:p>
        </p:txBody>
      </p:sp>
    </p:spTree>
    <p:extLst>
      <p:ext uri="{BB962C8B-B14F-4D97-AF65-F5344CB8AC3E}">
        <p14:creationId xmlns:p14="http://schemas.microsoft.com/office/powerpoint/2010/main" val="2160326615"/>
      </p:ext>
    </p:extLst>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7" name="Content Placeholder 2"/>
          <p:cNvSpPr>
            <a:spLocks noGrp="1"/>
          </p:cNvSpPr>
          <p:nvPr>
            <p:ph sz="half" idx="1"/>
          </p:nvPr>
        </p:nvSpPr>
        <p:spPr>
          <a:xfrm>
            <a:off x="457200" y="1329141"/>
            <a:ext cx="7279974" cy="3367158"/>
          </a:xfrm>
        </p:spPr>
        <p:txBody>
          <a:bodyPr>
            <a:normAutofit/>
          </a:bodyPr>
          <a:lstStyle>
            <a:lvl1pPr>
              <a:defRPr sz="1350" b="0" i="0">
                <a:latin typeface="Montserrat" pitchFamily="2" charset="77"/>
              </a:defRPr>
            </a:lvl1pPr>
            <a:lvl2pPr>
              <a:defRPr sz="1275" b="0" i="0">
                <a:latin typeface="Montserrat" pitchFamily="2" charset="77"/>
              </a:defRPr>
            </a:lvl2pPr>
            <a:lvl3pPr>
              <a:defRPr sz="1200" b="0" i="0">
                <a:latin typeface="Montserrat" pitchFamily="2" charset="77"/>
              </a:defRPr>
            </a:lvl3pPr>
            <a:lvl4pPr>
              <a:defRPr sz="1125" b="0" i="0">
                <a:latin typeface="Montserrat" pitchFamily="2" charset="77"/>
              </a:defRPr>
            </a:lvl4pPr>
            <a:lvl5pPr>
              <a:defRPr sz="1050" b="0" i="0">
                <a:latin typeface="Montserrat" pitchFamily="2" charset="77"/>
              </a:defRPr>
            </a:lvl5pPr>
            <a:lvl6pPr>
              <a:defRPr sz="1350"/>
            </a:lvl6pPr>
            <a:lvl7pPr>
              <a:defRPr sz="1350"/>
            </a:lvl7pPr>
            <a:lvl8pPr>
              <a:defRPr sz="1350"/>
            </a:lvl8pPr>
            <a:lvl9pPr>
              <a:defRPr sz="1350"/>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3431755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lang="en-US"/>
          </a:p>
        </p:txBody>
      </p:sp>
    </p:spTree>
    <p:extLst>
      <p:ext uri="{BB962C8B-B14F-4D97-AF65-F5344CB8AC3E}">
        <p14:creationId xmlns:p14="http://schemas.microsoft.com/office/powerpoint/2010/main" val="22966569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userDrawn="1">
  <p:cSld name="2_Title slide">
    <p:bg>
      <p:bgPr>
        <a:solidFill>
          <a:schemeClr val="accent1"/>
        </a:solidFill>
        <a:effectLst/>
      </p:bgPr>
    </p:bg>
    <p:spTree>
      <p:nvGrpSpPr>
        <p:cNvPr id="1" name=""/>
        <p:cNvGrpSpPr/>
        <p:nvPr/>
      </p:nvGrpSpPr>
      <p:grpSpPr>
        <a:xfrm>
          <a:off x="0" y="0"/>
          <a:ext cx="0" cy="0"/>
          <a:chOff x="0" y="0"/>
          <a:chExt cx="0" cy="0"/>
        </a:xfrm>
      </p:grpSpPr>
      <p:sp>
        <p:nvSpPr>
          <p:cNvPr id="12" name="Content Placeholder 11"/>
          <p:cNvSpPr>
            <a:spLocks noGrp="1"/>
          </p:cNvSpPr>
          <p:nvPr>
            <p:ph sz="quarter" idx="13"/>
          </p:nvPr>
        </p:nvSpPr>
        <p:spPr>
          <a:xfrm>
            <a:off x="292970" y="1781548"/>
            <a:ext cx="5691188" cy="1700612"/>
          </a:xfrm>
        </p:spPr>
        <p:txBody>
          <a:bodyPr lIns="0" tIns="0"/>
          <a:lstStyle>
            <a:lvl1pPr marL="0" indent="0">
              <a:lnSpc>
                <a:spcPct val="80000"/>
              </a:lnSpc>
              <a:buNone/>
              <a:defRPr sz="4500">
                <a:solidFill>
                  <a:srgbClr val="FFFFFF"/>
                </a:solidFill>
                <a:latin typeface="+mj-lt"/>
              </a:defRPr>
            </a:lvl1pPr>
          </a:lstStyle>
          <a:p>
            <a:pPr lvl="0"/>
            <a:r>
              <a:rPr lang="en-AU" dirty="0"/>
              <a:t>Click to edit Master text styles</a:t>
            </a:r>
          </a:p>
        </p:txBody>
      </p:sp>
      <p:sp>
        <p:nvSpPr>
          <p:cNvPr id="13" name="Content Placeholder 11"/>
          <p:cNvSpPr>
            <a:spLocks noGrp="1"/>
          </p:cNvSpPr>
          <p:nvPr>
            <p:ph sz="quarter" idx="14" hasCustomPrompt="1"/>
          </p:nvPr>
        </p:nvSpPr>
        <p:spPr>
          <a:xfrm>
            <a:off x="292970" y="3482160"/>
            <a:ext cx="5623504" cy="1267880"/>
          </a:xfrm>
        </p:spPr>
        <p:txBody>
          <a:bodyPr lIns="0" tIns="0">
            <a:normAutofit/>
          </a:bodyPr>
          <a:lstStyle>
            <a:lvl1pPr marL="0" indent="0">
              <a:buNone/>
              <a:defRPr sz="1200" cap="all">
                <a:solidFill>
                  <a:srgbClr val="FFFFFF"/>
                </a:solidFill>
                <a:latin typeface="+mn-lt"/>
              </a:defRPr>
            </a:lvl1pPr>
          </a:lstStyle>
          <a:p>
            <a:pPr lvl="0"/>
            <a:r>
              <a:rPr lang="en-AU" dirty="0" err="1"/>
              <a:t>subheadinG</a:t>
            </a:r>
            <a:endParaRPr lang="en-US" dirty="0"/>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311258" y="3933630"/>
            <a:ext cx="1425278" cy="879609"/>
          </a:xfrm>
          <a:prstGeom prst="rect">
            <a:avLst/>
          </a:prstGeom>
        </p:spPr>
      </p:pic>
    </p:spTree>
    <p:extLst>
      <p:ext uri="{BB962C8B-B14F-4D97-AF65-F5344CB8AC3E}">
        <p14:creationId xmlns:p14="http://schemas.microsoft.com/office/powerpoint/2010/main" val="106086158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userDrawn="1">
  <p:cSld name="3_Title slide">
    <p:bg>
      <p:bgPr>
        <a:solidFill>
          <a:schemeClr val="accent1"/>
        </a:solidFill>
        <a:effectLst/>
      </p:bgPr>
    </p:bg>
    <p:spTree>
      <p:nvGrpSpPr>
        <p:cNvPr id="1" name=""/>
        <p:cNvGrpSpPr/>
        <p:nvPr/>
      </p:nvGrpSpPr>
      <p:grpSpPr>
        <a:xfrm>
          <a:off x="0" y="0"/>
          <a:ext cx="0" cy="0"/>
          <a:chOff x="0" y="0"/>
          <a:chExt cx="0" cy="0"/>
        </a:xfrm>
      </p:grpSpPr>
      <p:sp>
        <p:nvSpPr>
          <p:cNvPr id="12" name="Content Placeholder 11"/>
          <p:cNvSpPr>
            <a:spLocks noGrp="1"/>
          </p:cNvSpPr>
          <p:nvPr>
            <p:ph sz="quarter" idx="13"/>
          </p:nvPr>
        </p:nvSpPr>
        <p:spPr>
          <a:xfrm>
            <a:off x="292970" y="1781548"/>
            <a:ext cx="5691188" cy="1700612"/>
          </a:xfrm>
        </p:spPr>
        <p:txBody>
          <a:bodyPr lIns="0" tIns="0"/>
          <a:lstStyle>
            <a:lvl1pPr marL="0" indent="0">
              <a:lnSpc>
                <a:spcPct val="80000"/>
              </a:lnSpc>
              <a:buNone/>
              <a:defRPr sz="4500">
                <a:solidFill>
                  <a:srgbClr val="FFFFFF"/>
                </a:solidFill>
                <a:latin typeface="+mj-lt"/>
              </a:defRPr>
            </a:lvl1pPr>
          </a:lstStyle>
          <a:p>
            <a:pPr lvl="0"/>
            <a:r>
              <a:rPr lang="en-AU" dirty="0"/>
              <a:t>Click to edit Master text styles</a:t>
            </a:r>
          </a:p>
        </p:txBody>
      </p:sp>
      <p:sp>
        <p:nvSpPr>
          <p:cNvPr id="13" name="Content Placeholder 11"/>
          <p:cNvSpPr>
            <a:spLocks noGrp="1"/>
          </p:cNvSpPr>
          <p:nvPr>
            <p:ph sz="quarter" idx="14" hasCustomPrompt="1"/>
          </p:nvPr>
        </p:nvSpPr>
        <p:spPr>
          <a:xfrm>
            <a:off x="292970" y="3482160"/>
            <a:ext cx="5623504" cy="1267880"/>
          </a:xfrm>
        </p:spPr>
        <p:txBody>
          <a:bodyPr lIns="0" tIns="0">
            <a:normAutofit/>
          </a:bodyPr>
          <a:lstStyle>
            <a:lvl1pPr marL="0" indent="0">
              <a:buNone/>
              <a:defRPr sz="1200" cap="all">
                <a:solidFill>
                  <a:srgbClr val="FFFFFF"/>
                </a:solidFill>
                <a:latin typeface="+mn-lt"/>
              </a:defRPr>
            </a:lvl1pPr>
          </a:lstStyle>
          <a:p>
            <a:pPr lvl="0"/>
            <a:r>
              <a:rPr lang="en-AU" dirty="0" err="1"/>
              <a:t>subheadinG</a:t>
            </a:r>
            <a:endParaRPr lang="en-US" dirty="0"/>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311258" y="3933630"/>
            <a:ext cx="1425278" cy="879609"/>
          </a:xfrm>
          <a:prstGeom prst="rect">
            <a:avLst/>
          </a:prstGeom>
        </p:spPr>
      </p:pic>
    </p:spTree>
    <p:extLst>
      <p:ext uri="{BB962C8B-B14F-4D97-AF65-F5344CB8AC3E}">
        <p14:creationId xmlns:p14="http://schemas.microsoft.com/office/powerpoint/2010/main" val="4207241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userDrawn="1">
  <p:cSld name="4_Title slide">
    <p:bg>
      <p:bgPr>
        <a:solidFill>
          <a:schemeClr val="accent1"/>
        </a:solidFill>
        <a:effectLst/>
      </p:bgPr>
    </p:bg>
    <p:spTree>
      <p:nvGrpSpPr>
        <p:cNvPr id="1" name=""/>
        <p:cNvGrpSpPr/>
        <p:nvPr/>
      </p:nvGrpSpPr>
      <p:grpSpPr>
        <a:xfrm>
          <a:off x="0" y="0"/>
          <a:ext cx="0" cy="0"/>
          <a:chOff x="0" y="0"/>
          <a:chExt cx="0" cy="0"/>
        </a:xfrm>
      </p:grpSpPr>
      <p:sp>
        <p:nvSpPr>
          <p:cNvPr id="12" name="Content Placeholder 11"/>
          <p:cNvSpPr>
            <a:spLocks noGrp="1"/>
          </p:cNvSpPr>
          <p:nvPr>
            <p:ph sz="quarter" idx="13"/>
          </p:nvPr>
        </p:nvSpPr>
        <p:spPr>
          <a:xfrm>
            <a:off x="292970" y="1781548"/>
            <a:ext cx="5691188" cy="1700612"/>
          </a:xfrm>
        </p:spPr>
        <p:txBody>
          <a:bodyPr lIns="0" tIns="0"/>
          <a:lstStyle>
            <a:lvl1pPr marL="0" indent="0">
              <a:lnSpc>
                <a:spcPct val="80000"/>
              </a:lnSpc>
              <a:buNone/>
              <a:defRPr sz="4500">
                <a:solidFill>
                  <a:srgbClr val="FFFFFF"/>
                </a:solidFill>
                <a:latin typeface="+mj-lt"/>
              </a:defRPr>
            </a:lvl1pPr>
          </a:lstStyle>
          <a:p>
            <a:pPr lvl="0"/>
            <a:r>
              <a:rPr lang="en-AU" dirty="0"/>
              <a:t>Click to edit Master text styles</a:t>
            </a:r>
          </a:p>
        </p:txBody>
      </p:sp>
      <p:sp>
        <p:nvSpPr>
          <p:cNvPr id="13" name="Content Placeholder 11"/>
          <p:cNvSpPr>
            <a:spLocks noGrp="1"/>
          </p:cNvSpPr>
          <p:nvPr>
            <p:ph sz="quarter" idx="14" hasCustomPrompt="1"/>
          </p:nvPr>
        </p:nvSpPr>
        <p:spPr>
          <a:xfrm>
            <a:off x="292970" y="3482160"/>
            <a:ext cx="5623504" cy="1267880"/>
          </a:xfrm>
        </p:spPr>
        <p:txBody>
          <a:bodyPr lIns="0" tIns="0">
            <a:normAutofit/>
          </a:bodyPr>
          <a:lstStyle>
            <a:lvl1pPr marL="0" indent="0">
              <a:buNone/>
              <a:defRPr sz="1200" cap="all">
                <a:solidFill>
                  <a:srgbClr val="FFFFFF"/>
                </a:solidFill>
                <a:latin typeface="+mn-lt"/>
              </a:defRPr>
            </a:lvl1pPr>
          </a:lstStyle>
          <a:p>
            <a:pPr lvl="0"/>
            <a:r>
              <a:rPr lang="en-AU" dirty="0" err="1"/>
              <a:t>subheadinG</a:t>
            </a:r>
            <a:endParaRPr lang="en-US" dirty="0"/>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311258" y="3933630"/>
            <a:ext cx="1425278" cy="879609"/>
          </a:xfrm>
          <a:prstGeom prst="rect">
            <a:avLst/>
          </a:prstGeom>
        </p:spPr>
      </p:pic>
    </p:spTree>
    <p:extLst>
      <p:ext uri="{BB962C8B-B14F-4D97-AF65-F5344CB8AC3E}">
        <p14:creationId xmlns:p14="http://schemas.microsoft.com/office/powerpoint/2010/main" val="364114698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userDrawn="1">
  <p:cSld name="5_Title slide">
    <p:bg>
      <p:bgPr>
        <a:solidFill>
          <a:schemeClr val="accent1"/>
        </a:solidFill>
        <a:effectLst/>
      </p:bgPr>
    </p:bg>
    <p:spTree>
      <p:nvGrpSpPr>
        <p:cNvPr id="1" name=""/>
        <p:cNvGrpSpPr/>
        <p:nvPr/>
      </p:nvGrpSpPr>
      <p:grpSpPr>
        <a:xfrm>
          <a:off x="0" y="0"/>
          <a:ext cx="0" cy="0"/>
          <a:chOff x="0" y="0"/>
          <a:chExt cx="0" cy="0"/>
        </a:xfrm>
      </p:grpSpPr>
      <p:sp>
        <p:nvSpPr>
          <p:cNvPr id="12" name="Content Placeholder 11"/>
          <p:cNvSpPr>
            <a:spLocks noGrp="1"/>
          </p:cNvSpPr>
          <p:nvPr>
            <p:ph sz="quarter" idx="13"/>
          </p:nvPr>
        </p:nvSpPr>
        <p:spPr>
          <a:xfrm>
            <a:off x="292970" y="1781548"/>
            <a:ext cx="5691188" cy="1700612"/>
          </a:xfrm>
        </p:spPr>
        <p:txBody>
          <a:bodyPr lIns="0" tIns="0"/>
          <a:lstStyle>
            <a:lvl1pPr marL="0" indent="0">
              <a:lnSpc>
                <a:spcPct val="80000"/>
              </a:lnSpc>
              <a:buNone/>
              <a:defRPr sz="4500">
                <a:solidFill>
                  <a:srgbClr val="FFFFFF"/>
                </a:solidFill>
                <a:latin typeface="+mj-lt"/>
              </a:defRPr>
            </a:lvl1pPr>
          </a:lstStyle>
          <a:p>
            <a:pPr lvl="0"/>
            <a:r>
              <a:rPr lang="en-AU" dirty="0"/>
              <a:t>Click to edit Master text styles</a:t>
            </a:r>
          </a:p>
        </p:txBody>
      </p:sp>
      <p:sp>
        <p:nvSpPr>
          <p:cNvPr id="13" name="Content Placeholder 11"/>
          <p:cNvSpPr>
            <a:spLocks noGrp="1"/>
          </p:cNvSpPr>
          <p:nvPr>
            <p:ph sz="quarter" idx="14" hasCustomPrompt="1"/>
          </p:nvPr>
        </p:nvSpPr>
        <p:spPr>
          <a:xfrm>
            <a:off x="292970" y="3482160"/>
            <a:ext cx="5623504" cy="1267880"/>
          </a:xfrm>
        </p:spPr>
        <p:txBody>
          <a:bodyPr lIns="0" tIns="0">
            <a:normAutofit/>
          </a:bodyPr>
          <a:lstStyle>
            <a:lvl1pPr marL="0" indent="0">
              <a:buNone/>
              <a:defRPr sz="1200" cap="all">
                <a:solidFill>
                  <a:srgbClr val="FFFFFF"/>
                </a:solidFill>
                <a:latin typeface="+mn-lt"/>
              </a:defRPr>
            </a:lvl1pPr>
          </a:lstStyle>
          <a:p>
            <a:pPr lvl="0"/>
            <a:r>
              <a:rPr lang="en-AU" dirty="0" err="1"/>
              <a:t>subheadinG</a:t>
            </a:r>
            <a:endParaRPr lang="en-US" dirty="0"/>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311258" y="3933630"/>
            <a:ext cx="1425278" cy="879609"/>
          </a:xfrm>
          <a:prstGeom prst="rect">
            <a:avLst/>
          </a:prstGeom>
        </p:spPr>
      </p:pic>
    </p:spTree>
    <p:extLst>
      <p:ext uri="{BB962C8B-B14F-4D97-AF65-F5344CB8AC3E}">
        <p14:creationId xmlns:p14="http://schemas.microsoft.com/office/powerpoint/2010/main" val="33480740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GB"/>
              <a:t>Click to edit Master title style</a:t>
            </a:r>
            <a:endParaRPr lang="en-AU"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AU" dirty="0"/>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b="0" i="0">
                <a:solidFill>
                  <a:schemeClr val="tx1">
                    <a:tint val="75000"/>
                  </a:schemeClr>
                </a:solidFill>
                <a:latin typeface="Montserrat" pitchFamily="2" charset="77"/>
              </a:defRPr>
            </a:lvl1pPr>
          </a:lstStyle>
          <a:p>
            <a:fld id="{DA7B4246-FDFA-7E4C-A54D-095A75DA82FF}" type="slidenum">
              <a:rPr lang="en-US" smtClean="0"/>
              <a:pPr/>
              <a:t>‹#›</a:t>
            </a:fld>
            <a:endParaRPr lang="en-US" dirty="0"/>
          </a:p>
        </p:txBody>
      </p:sp>
    </p:spTree>
    <p:extLst>
      <p:ext uri="{BB962C8B-B14F-4D97-AF65-F5344CB8AC3E}">
        <p14:creationId xmlns:p14="http://schemas.microsoft.com/office/powerpoint/2010/main" val="557313756"/>
      </p:ext>
    </p:extLst>
  </p:cSld>
  <p:clrMap bg1="lt1" tx1="dk1" bg2="lt2" tx2="dk2" accent1="accent1" accent2="accent2" accent3="accent3" accent4="accent4" accent5="accent5" accent6="accent6" hlink="hlink" folHlink="folHlink"/>
  <p:sldLayoutIdLst>
    <p:sldLayoutId id="2147483673" r:id="rId1"/>
    <p:sldLayoutId id="2147483679" r:id="rId2"/>
    <p:sldLayoutId id="2147483678" r:id="rId3"/>
    <p:sldLayoutId id="2147483681" r:id="rId4"/>
    <p:sldLayoutId id="2147483692" r:id="rId5"/>
    <p:sldLayoutId id="2147483682" r:id="rId6"/>
    <p:sldLayoutId id="2147483685" r:id="rId7"/>
    <p:sldLayoutId id="2147483675" r:id="rId8"/>
    <p:sldLayoutId id="2147483691" r:id="rId9"/>
    <p:sldLayoutId id="2147483690" r:id="rId10"/>
    <p:sldLayoutId id="2147483688" r:id="rId11"/>
    <p:sldLayoutId id="2147483689" r:id="rId12"/>
    <p:sldLayoutId id="2147483668" r:id="rId13"/>
    <p:sldLayoutId id="2147483680" r:id="rId14"/>
    <p:sldLayoutId id="2147483662" r:id="rId15"/>
    <p:sldLayoutId id="2147483696" r:id="rId16"/>
    <p:sldLayoutId id="2147483702" r:id="rId17"/>
    <p:sldLayoutId id="2147483728" r:id="rId18"/>
    <p:sldLayoutId id="2147483729" r:id="rId19"/>
    <p:sldLayoutId id="2147483730" r:id="rId20"/>
    <p:sldLayoutId id="2147483731" r:id="rId21"/>
  </p:sldLayoutIdLst>
  <p:hf hdr="0" dt="0"/>
  <p:txStyles>
    <p:titleStyle>
      <a:lvl1pPr algn="l" defTabSz="685800" rtl="0" eaLnBrk="1" latinLnBrk="0" hangingPunct="1">
        <a:lnSpc>
          <a:spcPct val="90000"/>
        </a:lnSpc>
        <a:spcBef>
          <a:spcPct val="0"/>
        </a:spcBef>
        <a:buNone/>
        <a:defRPr sz="3300" kern="1200">
          <a:solidFill>
            <a:schemeClr val="accent3"/>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171450" indent="-171450" algn="l" defTabSz="685800" rtl="0" eaLnBrk="1" latinLnBrk="0" hangingPunct="1">
        <a:lnSpc>
          <a:spcPct val="90000"/>
        </a:lnSpc>
        <a:spcBef>
          <a:spcPts val="750"/>
        </a:spcBef>
        <a:buFont typeface="Arial" panose="020B0604020202020204" pitchFamily="34" charset="0"/>
        <a:buChar char="•"/>
        <a:defRPr sz="1600" b="0" i="0" kern="1200">
          <a:solidFill>
            <a:schemeClr val="tx1"/>
          </a:solidFill>
          <a:latin typeface="Montserrat" pitchFamily="2" charset="77"/>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600" b="0" i="0" kern="1200">
          <a:solidFill>
            <a:schemeClr val="tx1"/>
          </a:solidFill>
          <a:latin typeface="Montserrat" pitchFamily="2" charset="77"/>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600" b="0" i="0" kern="1200">
          <a:solidFill>
            <a:schemeClr val="tx1"/>
          </a:solidFill>
          <a:latin typeface="Montserrat" pitchFamily="2" charset="77"/>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600" b="0" i="0" kern="1200">
          <a:solidFill>
            <a:schemeClr val="tx1"/>
          </a:solidFill>
          <a:latin typeface="Montserrat" pitchFamily="2" charset="77"/>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600" b="0" i="0" kern="1200">
          <a:solidFill>
            <a:schemeClr val="tx1"/>
          </a:solidFill>
          <a:latin typeface="Montserrat" pitchFamily="2" charset="77"/>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3" Type="http://schemas.openxmlformats.org/officeDocument/2006/relationships/hyperlink" Target="https://www.usability.gov/what-and-why/information-architecture.html" TargetMode="External"/><Relationship Id="rId2" Type="http://schemas.openxmlformats.org/officeDocument/2006/relationships/notesSlide" Target="../notesSlides/notesSlide3.xml"/><Relationship Id="rId1" Type="http://schemas.openxmlformats.org/officeDocument/2006/relationships/slideLayout" Target="../slideLayouts/slideLayout16.xml"/><Relationship Id="rId5" Type="http://schemas.openxmlformats.org/officeDocument/2006/relationships/hyperlink" Target="https://uxplanet.org/information-architecture-basics-for-designers-b5d43df62e20" TargetMode="External"/><Relationship Id="rId4" Type="http://schemas.openxmlformats.org/officeDocument/2006/relationships/hyperlink" Target="http://www.uxbooth.com/articles/complete-beginners-guide-to-information-architecture/" TargetMode="Externa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3" Type="http://schemas.openxmlformats.org/officeDocument/2006/relationships/image" Target="../media/image23.gif"/><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16.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0.xml"/><Relationship Id="rId1" Type="http://schemas.openxmlformats.org/officeDocument/2006/relationships/slideLayout" Target="../slideLayouts/slideLayout1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9.xml"/><Relationship Id="rId1" Type="http://schemas.openxmlformats.org/officeDocument/2006/relationships/tags" Target="../tags/tag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3.xml"/><Relationship Id="rId1" Type="http://schemas.openxmlformats.org/officeDocument/2006/relationships/slideLayout" Target="../slideLayouts/slideLayout1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4.xml"/><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0.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16.xml"/><Relationship Id="rId1" Type="http://schemas.openxmlformats.org/officeDocument/2006/relationships/slideLayout" Target="../slideLayouts/slideLayout16.xml"/></Relationships>
</file>

<file path=ppt/slides/_rels/slide3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7.xml"/><Relationship Id="rId1" Type="http://schemas.openxmlformats.org/officeDocument/2006/relationships/slideLayout" Target="../slideLayouts/slideLayout1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3.xml.rels><?xml version="1.0" encoding="UTF-8" standalone="yes"?>
<Relationships xmlns="http://schemas.openxmlformats.org/package/2006/relationships"><Relationship Id="rId3" Type="http://schemas.openxmlformats.org/officeDocument/2006/relationships/image" Target="../media/image34.jpeg"/><Relationship Id="rId7" Type="http://schemas.openxmlformats.org/officeDocument/2006/relationships/image" Target="../media/image37.png"/><Relationship Id="rId2" Type="http://schemas.openxmlformats.org/officeDocument/2006/relationships/notesSlide" Target="../notesSlides/notesSlide18.xml"/><Relationship Id="rId1" Type="http://schemas.openxmlformats.org/officeDocument/2006/relationships/slideLayout" Target="../slideLayouts/slideLayout16.xml"/><Relationship Id="rId6" Type="http://schemas.openxmlformats.org/officeDocument/2006/relationships/image" Target="../media/image36.png"/><Relationship Id="rId5" Type="http://schemas.openxmlformats.org/officeDocument/2006/relationships/image" Target="../media/image35.jpeg"/><Relationship Id="rId4" Type="http://schemas.openxmlformats.org/officeDocument/2006/relationships/hyperlink" Target="https://uxplanet.org/storyboarding-in-ux-design-b9d2e18e5fab"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6.xml"/></Relationships>
</file>

<file path=ppt/slides/_rels/slide36.xml.rels><?xml version="1.0" encoding="UTF-8" standalone="yes"?>
<Relationships xmlns="http://schemas.openxmlformats.org/package/2006/relationships"><Relationship Id="rId2" Type="http://schemas.openxmlformats.org/officeDocument/2006/relationships/image" Target="../media/image38.gif"/><Relationship Id="rId1" Type="http://schemas.openxmlformats.org/officeDocument/2006/relationships/slideLayout" Target="../slideLayouts/slideLayout1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6.xml"/></Relationships>
</file>

<file path=ppt/slides/_rels/slide4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1.xml"/><Relationship Id="rId1" Type="http://schemas.openxmlformats.org/officeDocument/2006/relationships/slideLayout" Target="../slideLayouts/slideLayout1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7.xml"/></Relationships>
</file>

<file path=ppt/slides/_rels/slide4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hyperlink" Target="https://uxplanet.org/the-art-of-ux-sketching-and-paper-prototyping-5dae5a1efc7d" TargetMode="External"/><Relationship Id="rId2" Type="http://schemas.openxmlformats.org/officeDocument/2006/relationships/hyperlink" Target="https://theblog.adobe.com/prototyping-difference-low-fidelity-high-fidelity-prototypes-use/" TargetMode="External"/><Relationship Id="rId1" Type="http://schemas.openxmlformats.org/officeDocument/2006/relationships/slideLayout" Target="../slideLayouts/slideLayout16.xml"/><Relationship Id="rId5" Type="http://schemas.openxmlformats.org/officeDocument/2006/relationships/hyperlink" Target="https://uxplanet.org/information-architecture-basics-for-designers-b5d43df62e20" TargetMode="External"/><Relationship Id="rId4" Type="http://schemas.openxmlformats.org/officeDocument/2006/relationships/hyperlink" Target="https://www.interaction-design.org/literature/article/ux-tools-wireframing-and-prototyping-tools"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p:cNvSpPr>
            <a:spLocks noGrp="1"/>
          </p:cNvSpPr>
          <p:nvPr>
            <p:ph type="ctrTitle"/>
          </p:nvPr>
        </p:nvSpPr>
        <p:spPr>
          <a:xfrm>
            <a:off x="355919" y="1545115"/>
            <a:ext cx="6856644" cy="1611674"/>
          </a:xfrm>
        </p:spPr>
        <p:txBody>
          <a:bodyPr/>
          <a:lstStyle/>
          <a:p>
            <a:r>
              <a:rPr lang="en-AU" spc="-113" dirty="0">
                <a:solidFill>
                  <a:schemeClr val="bg1"/>
                </a:solidFill>
              </a:rPr>
              <a:t>Interaction Design and Development III: </a:t>
            </a:r>
            <a:r>
              <a:rPr lang="en-AU" dirty="0">
                <a:solidFill>
                  <a:schemeClr val="bg1"/>
                </a:solidFill>
              </a:rPr>
              <a:t>Prototyping</a:t>
            </a:r>
            <a:endParaRPr lang="en-US" dirty="0"/>
          </a:p>
        </p:txBody>
      </p:sp>
      <p:sp>
        <p:nvSpPr>
          <p:cNvPr id="11" name="Subtitle 2"/>
          <p:cNvSpPr>
            <a:spLocks noGrp="1"/>
          </p:cNvSpPr>
          <p:nvPr>
            <p:ph type="subTitle" idx="1"/>
          </p:nvPr>
        </p:nvSpPr>
        <p:spPr>
          <a:xfrm>
            <a:off x="355919" y="3329266"/>
            <a:ext cx="9365597" cy="833660"/>
          </a:xfrm>
        </p:spPr>
        <p:txBody>
          <a:bodyPr>
            <a:normAutofit/>
          </a:bodyPr>
          <a:lstStyle/>
          <a:p>
            <a:r>
              <a:rPr lang="en-US" dirty="0"/>
              <a:t>SPRING 2020</a:t>
            </a:r>
          </a:p>
          <a:p>
            <a:r>
              <a:rPr lang="en-US" dirty="0"/>
              <a:t>DR MARK FREEMAN</a:t>
            </a:r>
          </a:p>
        </p:txBody>
      </p:sp>
    </p:spTree>
    <p:extLst>
      <p:ext uri="{BB962C8B-B14F-4D97-AF65-F5344CB8AC3E}">
        <p14:creationId xmlns:p14="http://schemas.microsoft.com/office/powerpoint/2010/main" val="31187312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sz="half" idx="1"/>
            <p:extLst>
              <p:ext uri="{D42A27DB-BD31-4B8C-83A1-F6EECF244321}">
                <p14:modId xmlns:p14="http://schemas.microsoft.com/office/powerpoint/2010/main" val="3599732613"/>
              </p:ext>
            </p:extLst>
          </p:nvPr>
        </p:nvGraphicFramePr>
        <p:xfrm>
          <a:off x="170984" y="230458"/>
          <a:ext cx="8749991" cy="4756422"/>
        </p:xfrm>
        <a:graphic>
          <a:graphicData uri="http://schemas.openxmlformats.org/drawingml/2006/table">
            <a:tbl>
              <a:tblPr firstRow="1" bandRow="1">
                <a:tableStyleId>{F5AB1C69-6EDB-4FF4-983F-18BD219EF322}</a:tableStyleId>
              </a:tblPr>
              <a:tblGrid>
                <a:gridCol w="925871">
                  <a:extLst>
                    <a:ext uri="{9D8B030D-6E8A-4147-A177-3AD203B41FA5}">
                      <a16:colId xmlns:a16="http://schemas.microsoft.com/office/drawing/2014/main" val="20000"/>
                    </a:ext>
                  </a:extLst>
                </a:gridCol>
                <a:gridCol w="4907457">
                  <a:extLst>
                    <a:ext uri="{9D8B030D-6E8A-4147-A177-3AD203B41FA5}">
                      <a16:colId xmlns:a16="http://schemas.microsoft.com/office/drawing/2014/main" val="20001"/>
                    </a:ext>
                  </a:extLst>
                </a:gridCol>
                <a:gridCol w="2916663">
                  <a:extLst>
                    <a:ext uri="{9D8B030D-6E8A-4147-A177-3AD203B41FA5}">
                      <a16:colId xmlns:a16="http://schemas.microsoft.com/office/drawing/2014/main" val="20002"/>
                    </a:ext>
                  </a:extLst>
                </a:gridCol>
              </a:tblGrid>
              <a:tr h="335375">
                <a:tc>
                  <a:txBody>
                    <a:bodyPr/>
                    <a:lstStyle/>
                    <a:p>
                      <a:r>
                        <a:rPr lang="en-AU" sz="1000" dirty="0">
                          <a:latin typeface="+mn-lt"/>
                        </a:rPr>
                        <a:t>Week</a:t>
                      </a:r>
                    </a:p>
                  </a:txBody>
                  <a:tcPr marL="68580" marR="68580" marT="34290" marB="34290"/>
                </a:tc>
                <a:tc>
                  <a:txBody>
                    <a:bodyPr/>
                    <a:lstStyle/>
                    <a:p>
                      <a:r>
                        <a:rPr lang="en-AU" sz="1000" dirty="0"/>
                        <a:t>Topic</a:t>
                      </a:r>
                      <a:endParaRPr lang="en-AU" sz="1000" b="0" dirty="0">
                        <a:latin typeface="+mn-lt"/>
                      </a:endParaRPr>
                    </a:p>
                  </a:txBody>
                  <a:tcPr marL="68580" marR="68580" marT="34290" marB="34290"/>
                </a:tc>
                <a:tc>
                  <a:txBody>
                    <a:bodyPr/>
                    <a:lstStyle/>
                    <a:p>
                      <a:r>
                        <a:rPr lang="en-AU" sz="1000" dirty="0"/>
                        <a:t>Reading</a:t>
                      </a:r>
                      <a:endParaRPr lang="en-AU" sz="1000" b="0" dirty="0">
                        <a:latin typeface="+mn-lt"/>
                      </a:endParaRPr>
                    </a:p>
                  </a:txBody>
                  <a:tcPr marL="68580" marR="68580" marT="34290" marB="34290"/>
                </a:tc>
                <a:extLst>
                  <a:ext uri="{0D108BD9-81ED-4DB2-BD59-A6C34878D82A}">
                    <a16:rowId xmlns:a16="http://schemas.microsoft.com/office/drawing/2014/main" val="10000"/>
                  </a:ext>
                </a:extLst>
              </a:tr>
              <a:tr h="335375">
                <a:tc>
                  <a:txBody>
                    <a:bodyPr/>
                    <a:lstStyle/>
                    <a:p>
                      <a:pPr algn="ctr">
                        <a:lnSpc>
                          <a:spcPct val="115000"/>
                        </a:lnSpc>
                        <a:spcAft>
                          <a:spcPts val="0"/>
                        </a:spcAft>
                      </a:pPr>
                      <a:r>
                        <a:rPr lang="en-AU" sz="1000" dirty="0">
                          <a:effectLst/>
                        </a:rPr>
                        <a:t>1 </a:t>
                      </a:r>
                      <a:endParaRPr lang="en-AU" sz="1000" dirty="0">
                        <a:solidFill>
                          <a:schemeClr val="bg1"/>
                        </a:solidFill>
                        <a:effectLst/>
                        <a:latin typeface="+mn-lt"/>
                        <a:ea typeface="Times New Roman"/>
                        <a:cs typeface="Times New Roman"/>
                      </a:endParaRPr>
                    </a:p>
                  </a:txBody>
                  <a:tcPr marL="51435" marR="51435" marT="0" marB="0" anchor="ctr">
                    <a:solidFill>
                      <a:schemeClr val="accent4">
                        <a:lumMod val="40000"/>
                        <a:lumOff val="60000"/>
                      </a:schemeClr>
                    </a:solidFill>
                  </a:tcPr>
                </a:tc>
                <a:tc>
                  <a:txBody>
                    <a:bodyPr/>
                    <a:lstStyle/>
                    <a:p>
                      <a:pPr>
                        <a:lnSpc>
                          <a:spcPct val="115000"/>
                        </a:lnSpc>
                        <a:spcAft>
                          <a:spcPts val="0"/>
                        </a:spcAft>
                      </a:pPr>
                      <a:r>
                        <a:rPr lang="en-AU" sz="1000" dirty="0">
                          <a:effectLst/>
                        </a:rPr>
                        <a:t>Introduction to HCI; Design Principles</a:t>
                      </a:r>
                      <a:endParaRPr lang="en-AU" sz="1000" dirty="0">
                        <a:solidFill>
                          <a:schemeClr val="bg1"/>
                        </a:solidFill>
                        <a:effectLst/>
                        <a:latin typeface="+mn-lt"/>
                        <a:ea typeface="Times New Roman"/>
                        <a:cs typeface="Times New Roman"/>
                      </a:endParaRPr>
                    </a:p>
                  </a:txBody>
                  <a:tcPr marL="51435" marR="51435" marT="0" marB="0" anchor="ctr">
                    <a:solidFill>
                      <a:schemeClr val="accent4">
                        <a:lumMod val="40000"/>
                        <a:lumOff val="60000"/>
                      </a:schemeClr>
                    </a:solidFill>
                  </a:tcPr>
                </a:tc>
                <a:tc>
                  <a:txBody>
                    <a:bodyPr/>
                    <a:lstStyle/>
                    <a:p>
                      <a:pPr>
                        <a:lnSpc>
                          <a:spcPct val="115000"/>
                        </a:lnSpc>
                        <a:spcAft>
                          <a:spcPts val="0"/>
                        </a:spcAft>
                      </a:pPr>
                      <a:r>
                        <a:rPr lang="en-AU" sz="1000" dirty="0">
                          <a:effectLst/>
                        </a:rPr>
                        <a:t>Chapter 1 </a:t>
                      </a:r>
                      <a:endParaRPr lang="en-AU" sz="1000" dirty="0">
                        <a:solidFill>
                          <a:schemeClr val="bg1"/>
                        </a:solidFill>
                        <a:effectLst/>
                        <a:latin typeface="+mn-lt"/>
                        <a:ea typeface="Times New Roman"/>
                        <a:cs typeface="Times New Roman"/>
                      </a:endParaRPr>
                    </a:p>
                  </a:txBody>
                  <a:tcPr marL="51435" marR="51435" marT="0" marB="0" anchor="ctr">
                    <a:solidFill>
                      <a:schemeClr val="accent4">
                        <a:lumMod val="40000"/>
                        <a:lumOff val="60000"/>
                      </a:schemeClr>
                    </a:solidFill>
                  </a:tcPr>
                </a:tc>
                <a:extLst>
                  <a:ext uri="{0D108BD9-81ED-4DB2-BD59-A6C34878D82A}">
                    <a16:rowId xmlns:a16="http://schemas.microsoft.com/office/drawing/2014/main" val="10001"/>
                  </a:ext>
                </a:extLst>
              </a:tr>
              <a:tr h="335375">
                <a:tc>
                  <a:txBody>
                    <a:bodyPr/>
                    <a:lstStyle/>
                    <a:p>
                      <a:pPr algn="ctr">
                        <a:lnSpc>
                          <a:spcPct val="115000"/>
                        </a:lnSpc>
                        <a:spcAft>
                          <a:spcPts val="0"/>
                        </a:spcAft>
                      </a:pPr>
                      <a:r>
                        <a:rPr lang="en-AU" sz="1000" dirty="0">
                          <a:effectLst/>
                        </a:rPr>
                        <a:t>2 </a:t>
                      </a:r>
                      <a:endParaRPr lang="en-AU" sz="1000" dirty="0">
                        <a:solidFill>
                          <a:srgbClr val="000000"/>
                        </a:solidFill>
                        <a:effectLst/>
                        <a:latin typeface="+mn-lt"/>
                        <a:ea typeface="Times New Roman"/>
                        <a:cs typeface="Times New Roman"/>
                      </a:endParaRPr>
                    </a:p>
                  </a:txBody>
                  <a:tcPr marL="51435" marR="51435" marT="0" marB="0" anchor="ctr">
                    <a:solidFill>
                      <a:schemeClr val="bg1">
                        <a:lumMod val="85000"/>
                      </a:schemeClr>
                    </a:solidFill>
                  </a:tcPr>
                </a:tc>
                <a:tc>
                  <a:txBody>
                    <a:bodyPr/>
                    <a:lstStyle/>
                    <a:p>
                      <a:pPr>
                        <a:lnSpc>
                          <a:spcPct val="115000"/>
                        </a:lnSpc>
                        <a:spcAft>
                          <a:spcPts val="0"/>
                        </a:spcAft>
                      </a:pPr>
                      <a:r>
                        <a:rPr lang="en-AU" sz="1000" dirty="0">
                          <a:effectLst/>
                        </a:rPr>
                        <a:t>User-Centred</a:t>
                      </a:r>
                      <a:r>
                        <a:rPr lang="en-AU" sz="1000" baseline="0" dirty="0">
                          <a:effectLst/>
                        </a:rPr>
                        <a:t> Design Process</a:t>
                      </a:r>
                      <a:endParaRPr lang="en-AU" sz="1000" dirty="0">
                        <a:solidFill>
                          <a:srgbClr val="000000"/>
                        </a:solidFill>
                        <a:effectLst/>
                        <a:latin typeface="+mn-lt"/>
                        <a:ea typeface="Times New Roman"/>
                        <a:cs typeface="Times New Roman"/>
                      </a:endParaRPr>
                    </a:p>
                  </a:txBody>
                  <a:tcPr marL="51435" marR="51435" marT="0" marB="0" anchor="ctr">
                    <a:solidFill>
                      <a:schemeClr val="bg1">
                        <a:lumMod val="85000"/>
                      </a:schemeClr>
                    </a:solidFill>
                  </a:tcPr>
                </a:tc>
                <a:tc>
                  <a:txBody>
                    <a:bodyPr/>
                    <a:lstStyle/>
                    <a:p>
                      <a:pPr>
                        <a:lnSpc>
                          <a:spcPct val="115000"/>
                        </a:lnSpc>
                        <a:spcAft>
                          <a:spcPts val="0"/>
                        </a:spcAft>
                      </a:pPr>
                      <a:r>
                        <a:rPr lang="en-AU" sz="1000" dirty="0">
                          <a:effectLst/>
                        </a:rPr>
                        <a:t>Chapter 2 &amp; 3 / Gould et al. (1987)</a:t>
                      </a:r>
                      <a:endParaRPr lang="en-AU" sz="1000" dirty="0">
                        <a:solidFill>
                          <a:srgbClr val="000000"/>
                        </a:solidFill>
                        <a:effectLst/>
                        <a:latin typeface="+mn-lt"/>
                        <a:ea typeface="Times New Roman"/>
                        <a:cs typeface="Times New Roman"/>
                      </a:endParaRPr>
                    </a:p>
                  </a:txBody>
                  <a:tcPr marL="51435" marR="51435" marT="0" marB="0" anchor="ctr">
                    <a:solidFill>
                      <a:schemeClr val="bg1">
                        <a:lumMod val="85000"/>
                      </a:schemeClr>
                    </a:solidFill>
                  </a:tcPr>
                </a:tc>
                <a:extLst>
                  <a:ext uri="{0D108BD9-81ED-4DB2-BD59-A6C34878D82A}">
                    <a16:rowId xmlns:a16="http://schemas.microsoft.com/office/drawing/2014/main" val="10002"/>
                  </a:ext>
                </a:extLst>
              </a:tr>
              <a:tr h="364547">
                <a:tc>
                  <a:txBody>
                    <a:bodyPr/>
                    <a:lstStyle/>
                    <a:p>
                      <a:pPr algn="ctr">
                        <a:lnSpc>
                          <a:spcPct val="115000"/>
                        </a:lnSpc>
                        <a:spcAft>
                          <a:spcPts val="0"/>
                        </a:spcAft>
                      </a:pPr>
                      <a:r>
                        <a:rPr lang="en-AU" sz="1000" dirty="0">
                          <a:effectLst/>
                        </a:rPr>
                        <a:t>3 </a:t>
                      </a:r>
                      <a:endParaRPr lang="en-AU" sz="1000" dirty="0">
                        <a:solidFill>
                          <a:srgbClr val="000000"/>
                        </a:solidFill>
                        <a:effectLst/>
                        <a:latin typeface="+mn-lt"/>
                        <a:ea typeface="Times New Roman"/>
                        <a:cs typeface="Times New Roman"/>
                      </a:endParaRPr>
                    </a:p>
                  </a:txBody>
                  <a:tcPr marL="51435" marR="51435" marT="0" marB="0" anchor="ctr">
                    <a:solidFill>
                      <a:schemeClr val="accent4">
                        <a:lumMod val="40000"/>
                        <a:lumOff val="60000"/>
                      </a:schemeClr>
                    </a:solidFill>
                  </a:tcPr>
                </a:tc>
                <a:tc>
                  <a:txBody>
                    <a:bodyPr/>
                    <a:lstStyle/>
                    <a:p>
                      <a:pPr>
                        <a:lnSpc>
                          <a:spcPct val="115000"/>
                        </a:lnSpc>
                        <a:spcAft>
                          <a:spcPts val="0"/>
                        </a:spcAft>
                      </a:pPr>
                      <a:r>
                        <a:rPr lang="en-AU" sz="1000" dirty="0">
                          <a:effectLst/>
                        </a:rPr>
                        <a:t>User Interaction and Interfaces</a:t>
                      </a:r>
                      <a:endParaRPr lang="en-AU" sz="1000" dirty="0">
                        <a:solidFill>
                          <a:srgbClr val="000000"/>
                        </a:solidFill>
                        <a:effectLst/>
                        <a:latin typeface="+mn-lt"/>
                        <a:ea typeface="Times New Roman"/>
                        <a:cs typeface="Times New Roman"/>
                      </a:endParaRPr>
                    </a:p>
                  </a:txBody>
                  <a:tcPr marL="51435" marR="51435" marT="0" marB="0" anchor="ctr">
                    <a:solidFill>
                      <a:schemeClr val="accent4">
                        <a:lumMod val="40000"/>
                        <a:lumOff val="60000"/>
                      </a:schemeClr>
                    </a:solidFill>
                  </a:tcPr>
                </a:tc>
                <a:tc>
                  <a:txBody>
                    <a:bodyPr/>
                    <a:lstStyle/>
                    <a:p>
                      <a:pPr>
                        <a:lnSpc>
                          <a:spcPct val="115000"/>
                        </a:lnSpc>
                        <a:spcAft>
                          <a:spcPts val="0"/>
                        </a:spcAft>
                      </a:pPr>
                      <a:r>
                        <a:rPr lang="en-AU" sz="1000" dirty="0">
                          <a:effectLst/>
                        </a:rPr>
                        <a:t>Chapters 4, 5 &amp; 6 / Shin et al.</a:t>
                      </a:r>
                      <a:r>
                        <a:rPr lang="en-AU" sz="1000" baseline="0" dirty="0">
                          <a:effectLst/>
                        </a:rPr>
                        <a:t> (2017)</a:t>
                      </a:r>
                      <a:endParaRPr lang="en-AU" sz="1000" dirty="0">
                        <a:solidFill>
                          <a:srgbClr val="000000"/>
                        </a:solidFill>
                        <a:effectLst/>
                        <a:latin typeface="+mn-lt"/>
                        <a:ea typeface="Times New Roman"/>
                        <a:cs typeface="Times New Roman"/>
                      </a:endParaRPr>
                    </a:p>
                  </a:txBody>
                  <a:tcPr marL="51435" marR="51435" marT="0" marB="0" anchor="ctr">
                    <a:solidFill>
                      <a:schemeClr val="accent4">
                        <a:lumMod val="40000"/>
                        <a:lumOff val="60000"/>
                      </a:schemeClr>
                    </a:solidFill>
                  </a:tcPr>
                </a:tc>
                <a:extLst>
                  <a:ext uri="{0D108BD9-81ED-4DB2-BD59-A6C34878D82A}">
                    <a16:rowId xmlns:a16="http://schemas.microsoft.com/office/drawing/2014/main" val="10003"/>
                  </a:ext>
                </a:extLst>
              </a:tr>
              <a:tr h="346940">
                <a:tc>
                  <a:txBody>
                    <a:bodyPr/>
                    <a:lstStyle/>
                    <a:p>
                      <a:pPr algn="ctr">
                        <a:lnSpc>
                          <a:spcPct val="115000"/>
                        </a:lnSpc>
                        <a:spcAft>
                          <a:spcPts val="0"/>
                        </a:spcAft>
                      </a:pPr>
                      <a:r>
                        <a:rPr lang="en-AU" sz="1000" dirty="0">
                          <a:effectLst/>
                        </a:rPr>
                        <a:t>4 </a:t>
                      </a:r>
                      <a:endParaRPr lang="en-AU" sz="1000" dirty="0">
                        <a:solidFill>
                          <a:srgbClr val="000000"/>
                        </a:solidFill>
                        <a:effectLst/>
                        <a:latin typeface="+mn-lt"/>
                        <a:ea typeface="Times New Roman"/>
                        <a:cs typeface="Times New Roman"/>
                      </a:endParaRPr>
                    </a:p>
                  </a:txBody>
                  <a:tcPr marL="51435" marR="51435" marT="0" marB="0" anchor="ctr">
                    <a:solidFill>
                      <a:schemeClr val="bg1">
                        <a:lumMod val="85000"/>
                      </a:schemeClr>
                    </a:solidFill>
                  </a:tcPr>
                </a:tc>
                <a:tc>
                  <a:txBody>
                    <a:bodyPr/>
                    <a:lstStyle/>
                    <a:p>
                      <a:pPr marL="0" marR="0" lvl="0" indent="0" algn="l" defTabSz="457200" rtl="0" eaLnBrk="1" fontAlgn="auto" latinLnBrk="0" hangingPunct="1">
                        <a:lnSpc>
                          <a:spcPct val="115000"/>
                        </a:lnSpc>
                        <a:spcBef>
                          <a:spcPts val="0"/>
                        </a:spcBef>
                        <a:spcAft>
                          <a:spcPts val="0"/>
                        </a:spcAft>
                        <a:buClrTx/>
                        <a:buSzTx/>
                        <a:buFontTx/>
                        <a:buNone/>
                        <a:tabLst/>
                        <a:defRPr/>
                      </a:pPr>
                      <a:r>
                        <a:rPr lang="en-AU" sz="1000" dirty="0">
                          <a:effectLst/>
                        </a:rPr>
                        <a:t>Interaction Design</a:t>
                      </a:r>
                      <a:r>
                        <a:rPr lang="en-AU" sz="1000" baseline="0" dirty="0">
                          <a:effectLst/>
                        </a:rPr>
                        <a:t> and Development I</a:t>
                      </a:r>
                      <a:endParaRPr lang="en-AU" sz="1000" dirty="0">
                        <a:solidFill>
                          <a:srgbClr val="000000"/>
                        </a:solidFill>
                        <a:effectLst/>
                        <a:latin typeface="+mn-lt"/>
                        <a:ea typeface="Times New Roman"/>
                        <a:cs typeface="Times New Roman"/>
                      </a:endParaRPr>
                    </a:p>
                  </a:txBody>
                  <a:tcPr marL="51435" marR="51435" marT="0" marB="0" anchor="ctr">
                    <a:solidFill>
                      <a:schemeClr val="bg1">
                        <a:lumMod val="85000"/>
                      </a:schemeClr>
                    </a:solidFill>
                  </a:tcPr>
                </a:tc>
                <a:tc>
                  <a:txBody>
                    <a:bodyPr/>
                    <a:lstStyle/>
                    <a:p>
                      <a:pPr>
                        <a:lnSpc>
                          <a:spcPct val="115000"/>
                        </a:lnSpc>
                        <a:spcAft>
                          <a:spcPts val="0"/>
                        </a:spcAft>
                      </a:pPr>
                      <a:r>
                        <a:rPr lang="en-AU" sz="1000" dirty="0">
                          <a:effectLst/>
                        </a:rPr>
                        <a:t>Chapters</a:t>
                      </a:r>
                      <a:r>
                        <a:rPr lang="en-AU" sz="1000" baseline="0" dirty="0">
                          <a:effectLst/>
                        </a:rPr>
                        <a:t> 7 &amp; 8</a:t>
                      </a:r>
                      <a:endParaRPr lang="en-AU" sz="1000" dirty="0">
                        <a:solidFill>
                          <a:srgbClr val="000000"/>
                        </a:solidFill>
                        <a:effectLst/>
                        <a:latin typeface="+mn-lt"/>
                        <a:ea typeface="Times New Roman"/>
                        <a:cs typeface="Times New Roman"/>
                      </a:endParaRPr>
                    </a:p>
                  </a:txBody>
                  <a:tcPr marL="51435" marR="51435" marT="0" marB="0" anchor="ctr">
                    <a:solidFill>
                      <a:schemeClr val="bg1">
                        <a:lumMod val="85000"/>
                      </a:schemeClr>
                    </a:solidFill>
                  </a:tcPr>
                </a:tc>
                <a:extLst>
                  <a:ext uri="{0D108BD9-81ED-4DB2-BD59-A6C34878D82A}">
                    <a16:rowId xmlns:a16="http://schemas.microsoft.com/office/drawing/2014/main" val="10004"/>
                  </a:ext>
                </a:extLst>
              </a:tr>
              <a:tr h="355810">
                <a:tc>
                  <a:txBody>
                    <a:bodyPr/>
                    <a:lstStyle/>
                    <a:p>
                      <a:pPr algn="ctr">
                        <a:lnSpc>
                          <a:spcPct val="115000"/>
                        </a:lnSpc>
                        <a:spcAft>
                          <a:spcPts val="0"/>
                        </a:spcAft>
                      </a:pPr>
                      <a:r>
                        <a:rPr lang="en-AU" sz="1000" dirty="0">
                          <a:effectLst/>
                        </a:rPr>
                        <a:t>5 </a:t>
                      </a:r>
                      <a:endParaRPr lang="en-AU" sz="1000" dirty="0">
                        <a:solidFill>
                          <a:srgbClr val="000000"/>
                        </a:solidFill>
                        <a:effectLst/>
                        <a:latin typeface="+mn-lt"/>
                        <a:ea typeface="Times New Roman"/>
                        <a:cs typeface="Times New Roman"/>
                      </a:endParaRPr>
                    </a:p>
                  </a:txBody>
                  <a:tcPr marL="51435" marR="51435" marT="0" marB="0" anchor="ctr">
                    <a:solidFill>
                      <a:schemeClr val="accent4">
                        <a:lumMod val="40000"/>
                        <a:lumOff val="60000"/>
                      </a:schemeClr>
                    </a:solidFill>
                  </a:tcPr>
                </a:tc>
                <a:tc>
                  <a:txBody>
                    <a:bodyPr/>
                    <a:lstStyle/>
                    <a:p>
                      <a:pPr>
                        <a:lnSpc>
                          <a:spcPct val="115000"/>
                        </a:lnSpc>
                        <a:spcAft>
                          <a:spcPts val="0"/>
                        </a:spcAft>
                      </a:pPr>
                      <a:r>
                        <a:rPr lang="en-AU" sz="1000" kern="1200" dirty="0">
                          <a:effectLst/>
                        </a:rPr>
                        <a:t>Interaction Design and Development II</a:t>
                      </a:r>
                      <a:endParaRPr lang="en-AU" sz="1000" dirty="0">
                        <a:solidFill>
                          <a:srgbClr val="000000"/>
                        </a:solidFill>
                        <a:effectLst/>
                        <a:latin typeface="+mn-lt"/>
                        <a:ea typeface="Times New Roman"/>
                        <a:cs typeface="Times New Roman"/>
                      </a:endParaRPr>
                    </a:p>
                  </a:txBody>
                  <a:tcPr marL="51435" marR="51435" marT="0" marB="0" anchor="ctr">
                    <a:solidFill>
                      <a:schemeClr val="accent4">
                        <a:lumMod val="40000"/>
                        <a:lumOff val="60000"/>
                      </a:schemeClr>
                    </a:solidFill>
                  </a:tcPr>
                </a:tc>
                <a:tc>
                  <a:txBody>
                    <a:bodyPr/>
                    <a:lstStyle/>
                    <a:p>
                      <a:pPr>
                        <a:lnSpc>
                          <a:spcPct val="115000"/>
                        </a:lnSpc>
                        <a:spcAft>
                          <a:spcPts val="0"/>
                        </a:spcAft>
                      </a:pPr>
                      <a:r>
                        <a:rPr lang="en-AU" sz="1000" dirty="0">
                          <a:effectLst/>
                        </a:rPr>
                        <a:t>Chapters</a:t>
                      </a:r>
                      <a:r>
                        <a:rPr lang="en-AU" sz="1000" baseline="0" dirty="0">
                          <a:effectLst/>
                        </a:rPr>
                        <a:t> 9 &amp; 10</a:t>
                      </a:r>
                      <a:endParaRPr lang="en-AU" sz="1000" dirty="0">
                        <a:solidFill>
                          <a:srgbClr val="000000"/>
                        </a:solidFill>
                        <a:effectLst/>
                        <a:latin typeface="+mn-lt"/>
                        <a:ea typeface="Times New Roman"/>
                        <a:cs typeface="Times New Roman"/>
                      </a:endParaRPr>
                    </a:p>
                  </a:txBody>
                  <a:tcPr marL="51435" marR="51435" marT="0" marB="0" anchor="ctr">
                    <a:solidFill>
                      <a:schemeClr val="accent4">
                        <a:lumMod val="40000"/>
                        <a:lumOff val="60000"/>
                      </a:schemeClr>
                    </a:solidFill>
                  </a:tcPr>
                </a:tc>
                <a:extLst>
                  <a:ext uri="{0D108BD9-81ED-4DB2-BD59-A6C34878D82A}">
                    <a16:rowId xmlns:a16="http://schemas.microsoft.com/office/drawing/2014/main" val="10005"/>
                  </a:ext>
                </a:extLst>
              </a:tr>
              <a:tr h="335375">
                <a:tc>
                  <a:txBody>
                    <a:bodyPr/>
                    <a:lstStyle/>
                    <a:p>
                      <a:pPr algn="ctr">
                        <a:lnSpc>
                          <a:spcPct val="115000"/>
                        </a:lnSpc>
                        <a:spcAft>
                          <a:spcPts val="0"/>
                        </a:spcAft>
                      </a:pPr>
                      <a:r>
                        <a:rPr lang="en-AU" sz="1000" dirty="0">
                          <a:effectLst/>
                        </a:rPr>
                        <a:t>6 </a:t>
                      </a:r>
                      <a:endParaRPr lang="en-AU" sz="1000" dirty="0">
                        <a:solidFill>
                          <a:srgbClr val="000000"/>
                        </a:solidFill>
                        <a:effectLst/>
                        <a:latin typeface="+mn-lt"/>
                        <a:ea typeface="Times New Roman"/>
                        <a:cs typeface="Times New Roman"/>
                      </a:endParaRPr>
                    </a:p>
                  </a:txBody>
                  <a:tcPr marL="51435" marR="51435" marT="0" marB="0" anchor="ctr">
                    <a:solidFill>
                      <a:schemeClr val="accent3">
                        <a:lumMod val="25000"/>
                        <a:lumOff val="75000"/>
                      </a:schemeClr>
                    </a:solidFill>
                  </a:tcPr>
                </a:tc>
                <a:tc>
                  <a:txBody>
                    <a:bodyPr/>
                    <a:lstStyle/>
                    <a:p>
                      <a:pPr marL="0" marR="0" indent="0" algn="l" defTabSz="457200" rtl="0" eaLnBrk="1" fontAlgn="auto" latinLnBrk="0" hangingPunct="1">
                        <a:lnSpc>
                          <a:spcPct val="115000"/>
                        </a:lnSpc>
                        <a:spcBef>
                          <a:spcPts val="0"/>
                        </a:spcBef>
                        <a:spcAft>
                          <a:spcPts val="0"/>
                        </a:spcAft>
                        <a:buClrTx/>
                        <a:buSzTx/>
                        <a:buFontTx/>
                        <a:buNone/>
                        <a:tabLst/>
                        <a:defRPr/>
                      </a:pPr>
                      <a:r>
                        <a:rPr lang="en-AU" sz="1000" kern="1200" dirty="0">
                          <a:effectLst/>
                        </a:rPr>
                        <a:t>Interaction Design and Development III</a:t>
                      </a:r>
                      <a:endParaRPr lang="en-AU" sz="1000" dirty="0">
                        <a:solidFill>
                          <a:srgbClr val="000000"/>
                        </a:solidFill>
                        <a:effectLst/>
                        <a:latin typeface="+mn-lt"/>
                        <a:ea typeface="Times New Roman"/>
                        <a:cs typeface="Times New Roman"/>
                      </a:endParaRPr>
                    </a:p>
                  </a:txBody>
                  <a:tcPr marL="51435" marR="51435" marT="0" marB="0" anchor="ctr">
                    <a:solidFill>
                      <a:schemeClr val="accent3">
                        <a:lumMod val="25000"/>
                        <a:lumOff val="75000"/>
                      </a:schemeClr>
                    </a:solidFill>
                  </a:tcPr>
                </a:tc>
                <a:tc>
                  <a:txBody>
                    <a:bodyPr/>
                    <a:lstStyle/>
                    <a:p>
                      <a:pPr marL="0" marR="0" indent="0" algn="l" defTabSz="457200" rtl="0" eaLnBrk="1" fontAlgn="auto" latinLnBrk="0" hangingPunct="1">
                        <a:lnSpc>
                          <a:spcPct val="115000"/>
                        </a:lnSpc>
                        <a:spcBef>
                          <a:spcPts val="0"/>
                        </a:spcBef>
                        <a:spcAft>
                          <a:spcPts val="0"/>
                        </a:spcAft>
                        <a:buClrTx/>
                        <a:buSzTx/>
                        <a:buFontTx/>
                        <a:buNone/>
                        <a:tabLst/>
                        <a:defRPr/>
                      </a:pPr>
                      <a:r>
                        <a:rPr lang="en-AU" sz="1000" dirty="0">
                          <a:effectLst/>
                        </a:rPr>
                        <a:t>Chapters</a:t>
                      </a:r>
                      <a:r>
                        <a:rPr lang="en-AU" sz="1000" baseline="0" dirty="0">
                          <a:effectLst/>
                        </a:rPr>
                        <a:t> 11 &amp; 12</a:t>
                      </a:r>
                      <a:endParaRPr lang="en-AU" sz="1000" dirty="0">
                        <a:solidFill>
                          <a:srgbClr val="000000"/>
                        </a:solidFill>
                        <a:effectLst/>
                        <a:latin typeface="+mn-lt"/>
                        <a:ea typeface="Times New Roman"/>
                        <a:cs typeface="Times New Roman"/>
                      </a:endParaRPr>
                    </a:p>
                  </a:txBody>
                  <a:tcPr marL="51435" marR="51435" marT="0" marB="0" anchor="ctr">
                    <a:solidFill>
                      <a:schemeClr val="accent3">
                        <a:lumMod val="25000"/>
                        <a:lumOff val="75000"/>
                      </a:schemeClr>
                    </a:solidFill>
                  </a:tcPr>
                </a:tc>
                <a:extLst>
                  <a:ext uri="{0D108BD9-81ED-4DB2-BD59-A6C34878D82A}">
                    <a16:rowId xmlns:a16="http://schemas.microsoft.com/office/drawing/2014/main" val="10006"/>
                  </a:ext>
                </a:extLst>
              </a:tr>
              <a:tr h="335375">
                <a:tc>
                  <a:txBody>
                    <a:bodyPr/>
                    <a:lstStyle/>
                    <a:p>
                      <a:pPr algn="ctr">
                        <a:lnSpc>
                          <a:spcPct val="115000"/>
                        </a:lnSpc>
                        <a:spcAft>
                          <a:spcPts val="0"/>
                        </a:spcAft>
                      </a:pPr>
                      <a:r>
                        <a:rPr lang="en-AU" sz="1000" dirty="0">
                          <a:effectLst/>
                        </a:rPr>
                        <a:t>7 </a:t>
                      </a:r>
                      <a:endParaRPr lang="en-AU" sz="1000" dirty="0">
                        <a:solidFill>
                          <a:srgbClr val="000000"/>
                        </a:solidFill>
                        <a:effectLst/>
                        <a:latin typeface="+mn-lt"/>
                        <a:ea typeface="Times New Roman"/>
                        <a:cs typeface="Times New Roman"/>
                      </a:endParaRPr>
                    </a:p>
                  </a:txBody>
                  <a:tcPr marL="51435" marR="51435" marT="0" marB="0" anchor="ctr"/>
                </a:tc>
                <a:tc>
                  <a:txBody>
                    <a:bodyPr/>
                    <a:lstStyle/>
                    <a:p>
                      <a:pPr marL="0" marR="0" indent="0" algn="l" defTabSz="457200" rtl="0" eaLnBrk="1" fontAlgn="auto" latinLnBrk="0" hangingPunct="1">
                        <a:lnSpc>
                          <a:spcPct val="115000"/>
                        </a:lnSpc>
                        <a:spcBef>
                          <a:spcPts val="0"/>
                        </a:spcBef>
                        <a:spcAft>
                          <a:spcPts val="0"/>
                        </a:spcAft>
                        <a:buClrTx/>
                        <a:buSzTx/>
                        <a:buFontTx/>
                        <a:buNone/>
                        <a:tabLst/>
                        <a:defRPr/>
                      </a:pPr>
                      <a:r>
                        <a:rPr lang="en-AU" sz="1000" kern="1200" dirty="0">
                          <a:effectLst/>
                        </a:rPr>
                        <a:t>Information Presentation</a:t>
                      </a:r>
                      <a:r>
                        <a:rPr lang="en-AU" sz="1000" kern="1200" baseline="0" dirty="0">
                          <a:effectLst/>
                        </a:rPr>
                        <a:t> and</a:t>
                      </a:r>
                      <a:r>
                        <a:rPr lang="en-AU" sz="1000" kern="1200" dirty="0">
                          <a:effectLst/>
                        </a:rPr>
                        <a:t> Design Patterns</a:t>
                      </a:r>
                      <a:endParaRPr lang="en-AU" sz="1000" dirty="0">
                        <a:solidFill>
                          <a:srgbClr val="000000"/>
                        </a:solidFill>
                        <a:effectLst/>
                        <a:latin typeface="+mn-lt"/>
                        <a:ea typeface="Times New Roman"/>
                        <a:cs typeface="Times New Roman"/>
                      </a:endParaRPr>
                    </a:p>
                  </a:txBody>
                  <a:tcPr marL="51435" marR="51435" marT="0" marB="0" anchor="ctr"/>
                </a:tc>
                <a:tc>
                  <a:txBody>
                    <a:bodyPr/>
                    <a:lstStyle/>
                    <a:p>
                      <a:pPr marL="0" marR="0" indent="0" algn="l" defTabSz="457200" rtl="0" eaLnBrk="1" fontAlgn="auto" latinLnBrk="0" hangingPunct="1">
                        <a:lnSpc>
                          <a:spcPct val="115000"/>
                        </a:lnSpc>
                        <a:spcBef>
                          <a:spcPts val="0"/>
                        </a:spcBef>
                        <a:spcAft>
                          <a:spcPts val="0"/>
                        </a:spcAft>
                        <a:buClrTx/>
                        <a:buSzTx/>
                        <a:buFontTx/>
                        <a:buNone/>
                        <a:tabLst/>
                        <a:defRPr/>
                      </a:pPr>
                      <a:endParaRPr lang="en-AU" sz="1000" dirty="0">
                        <a:solidFill>
                          <a:srgbClr val="000000"/>
                        </a:solidFill>
                        <a:effectLst/>
                        <a:latin typeface="+mn-lt"/>
                        <a:ea typeface="Times New Roman"/>
                        <a:cs typeface="Times New Roman"/>
                      </a:endParaRPr>
                    </a:p>
                  </a:txBody>
                  <a:tcPr marL="51435" marR="51435" marT="0" marB="0" anchor="ctr"/>
                </a:tc>
                <a:extLst>
                  <a:ext uri="{0D108BD9-81ED-4DB2-BD59-A6C34878D82A}">
                    <a16:rowId xmlns:a16="http://schemas.microsoft.com/office/drawing/2014/main" val="10007"/>
                  </a:ext>
                </a:extLst>
              </a:tr>
              <a:tr h="335375">
                <a:tc>
                  <a:txBody>
                    <a:bodyPr/>
                    <a:lstStyle/>
                    <a:p>
                      <a:pPr algn="ctr">
                        <a:lnSpc>
                          <a:spcPct val="115000"/>
                        </a:lnSpc>
                        <a:spcAft>
                          <a:spcPts val="0"/>
                        </a:spcAft>
                      </a:pPr>
                      <a:r>
                        <a:rPr lang="en-AU" sz="1000" dirty="0">
                          <a:effectLst/>
                        </a:rPr>
                        <a:t>8 </a:t>
                      </a:r>
                      <a:endParaRPr lang="en-AU" sz="1000" dirty="0">
                        <a:solidFill>
                          <a:srgbClr val="000000"/>
                        </a:solidFill>
                        <a:effectLst/>
                        <a:latin typeface="+mn-lt"/>
                        <a:ea typeface="Times New Roman"/>
                        <a:cs typeface="Times New Roman"/>
                      </a:endParaRPr>
                    </a:p>
                  </a:txBody>
                  <a:tcPr marL="51435" marR="51435" marT="0" marB="0" anchor="ctr"/>
                </a:tc>
                <a:tc>
                  <a:txBody>
                    <a:bodyPr/>
                    <a:lstStyle/>
                    <a:p>
                      <a:pPr>
                        <a:lnSpc>
                          <a:spcPct val="115000"/>
                        </a:lnSpc>
                        <a:spcAft>
                          <a:spcPts val="0"/>
                        </a:spcAft>
                      </a:pPr>
                      <a:r>
                        <a:rPr lang="en-AU" sz="1000" dirty="0">
                          <a:effectLst/>
                        </a:rPr>
                        <a:t>Usability Evaluation Methods I</a:t>
                      </a:r>
                      <a:endParaRPr lang="en-AU" sz="1000" dirty="0">
                        <a:effectLst/>
                        <a:latin typeface="+mn-lt"/>
                        <a:ea typeface="Calibri" panose="020F0502020204030204" pitchFamily="34" charset="0"/>
                        <a:cs typeface="Times New Roman" panose="02020603050405020304" pitchFamily="18" charset="0"/>
                      </a:endParaRPr>
                    </a:p>
                  </a:txBody>
                  <a:tcPr marL="14288" marR="14288" marT="14288" marB="14288" anchor="ctr"/>
                </a:tc>
                <a:tc>
                  <a:txBody>
                    <a:bodyPr/>
                    <a:lstStyle/>
                    <a:p>
                      <a:pPr marL="0" marR="0" indent="0" algn="l" defTabSz="457200" rtl="0" eaLnBrk="1" fontAlgn="auto" latinLnBrk="0" hangingPunct="1">
                        <a:lnSpc>
                          <a:spcPct val="115000"/>
                        </a:lnSpc>
                        <a:spcBef>
                          <a:spcPts val="0"/>
                        </a:spcBef>
                        <a:spcAft>
                          <a:spcPts val="0"/>
                        </a:spcAft>
                        <a:buClrTx/>
                        <a:buSzTx/>
                        <a:buFontTx/>
                        <a:buNone/>
                        <a:tabLst/>
                        <a:defRPr/>
                      </a:pPr>
                      <a:r>
                        <a:rPr lang="en-AU" sz="1000" dirty="0">
                          <a:effectLst/>
                        </a:rPr>
                        <a:t>Chapters</a:t>
                      </a:r>
                      <a:r>
                        <a:rPr lang="en-AU" sz="1000" baseline="0" dirty="0">
                          <a:effectLst/>
                        </a:rPr>
                        <a:t> 13 / </a:t>
                      </a:r>
                      <a:r>
                        <a:rPr lang="en-AU" sz="1000" baseline="0" dirty="0" err="1">
                          <a:effectLst/>
                        </a:rPr>
                        <a:t>Borsci</a:t>
                      </a:r>
                      <a:r>
                        <a:rPr lang="en-AU" sz="1000" baseline="0" dirty="0">
                          <a:effectLst/>
                        </a:rPr>
                        <a:t> et al. (2015)</a:t>
                      </a:r>
                      <a:endParaRPr lang="en-AU" sz="1000" dirty="0">
                        <a:solidFill>
                          <a:srgbClr val="000000"/>
                        </a:solidFill>
                        <a:effectLst/>
                        <a:latin typeface="+mn-lt"/>
                        <a:ea typeface="Times New Roman"/>
                        <a:cs typeface="Times New Roman"/>
                      </a:endParaRPr>
                    </a:p>
                  </a:txBody>
                  <a:tcPr marL="51435" marR="51435" marT="0" marB="0" anchor="ctr"/>
                </a:tc>
                <a:extLst>
                  <a:ext uri="{0D108BD9-81ED-4DB2-BD59-A6C34878D82A}">
                    <a16:rowId xmlns:a16="http://schemas.microsoft.com/office/drawing/2014/main" val="10008"/>
                  </a:ext>
                </a:extLst>
              </a:tr>
              <a:tr h="335375">
                <a:tc>
                  <a:txBody>
                    <a:bodyPr/>
                    <a:lstStyle/>
                    <a:p>
                      <a:pPr algn="ctr">
                        <a:lnSpc>
                          <a:spcPct val="115000"/>
                        </a:lnSpc>
                        <a:spcAft>
                          <a:spcPts val="0"/>
                        </a:spcAft>
                      </a:pPr>
                      <a:r>
                        <a:rPr lang="en-AU" sz="1000" dirty="0">
                          <a:effectLst/>
                        </a:rPr>
                        <a:t>9 </a:t>
                      </a:r>
                      <a:endParaRPr lang="en-AU" sz="1000" dirty="0">
                        <a:solidFill>
                          <a:srgbClr val="000000"/>
                        </a:solidFill>
                        <a:effectLst/>
                        <a:latin typeface="+mn-lt"/>
                        <a:ea typeface="Times New Roman"/>
                        <a:cs typeface="Times New Roman"/>
                      </a:endParaRPr>
                    </a:p>
                  </a:txBody>
                  <a:tcPr marL="51435" marR="51435" marT="0" marB="0" anchor="ctr"/>
                </a:tc>
                <a:tc>
                  <a:txBody>
                    <a:bodyPr/>
                    <a:lstStyle/>
                    <a:p>
                      <a:pPr>
                        <a:lnSpc>
                          <a:spcPct val="115000"/>
                        </a:lnSpc>
                        <a:spcAft>
                          <a:spcPts val="0"/>
                        </a:spcAft>
                      </a:pPr>
                      <a:r>
                        <a:rPr lang="en-AU" sz="1000" dirty="0">
                          <a:effectLst/>
                        </a:rPr>
                        <a:t>Usability</a:t>
                      </a:r>
                      <a:r>
                        <a:rPr lang="en-AU" sz="1000" baseline="0" dirty="0">
                          <a:effectLst/>
                        </a:rPr>
                        <a:t> Evaluation Methods II</a:t>
                      </a:r>
                      <a:endParaRPr lang="en-AU" sz="1000" dirty="0">
                        <a:solidFill>
                          <a:srgbClr val="000000"/>
                        </a:solidFill>
                        <a:effectLst/>
                        <a:latin typeface="+mn-lt"/>
                        <a:ea typeface="Times New Roman"/>
                        <a:cs typeface="Times New Roman"/>
                      </a:endParaRPr>
                    </a:p>
                  </a:txBody>
                  <a:tcPr marL="51435" marR="51435" marT="0" marB="0" anchor="ctr"/>
                </a:tc>
                <a:tc>
                  <a:txBody>
                    <a:bodyPr/>
                    <a:lstStyle/>
                    <a:p>
                      <a:pPr>
                        <a:lnSpc>
                          <a:spcPct val="115000"/>
                        </a:lnSpc>
                        <a:spcAft>
                          <a:spcPts val="0"/>
                        </a:spcAft>
                      </a:pPr>
                      <a:r>
                        <a:rPr lang="en-AU" sz="1000" dirty="0">
                          <a:effectLst/>
                        </a:rPr>
                        <a:t>Chapter</a:t>
                      </a:r>
                      <a:r>
                        <a:rPr lang="en-AU" sz="1000" baseline="0" dirty="0">
                          <a:effectLst/>
                        </a:rPr>
                        <a:t> 14, 15 &amp; 16</a:t>
                      </a:r>
                      <a:r>
                        <a:rPr lang="en-AU" sz="1000" dirty="0">
                          <a:effectLst/>
                        </a:rPr>
                        <a:t> </a:t>
                      </a:r>
                      <a:endParaRPr lang="en-AU" sz="1000" dirty="0">
                        <a:solidFill>
                          <a:srgbClr val="000000"/>
                        </a:solidFill>
                        <a:effectLst/>
                        <a:latin typeface="+mn-lt"/>
                        <a:ea typeface="Times New Roman"/>
                        <a:cs typeface="Times New Roman"/>
                      </a:endParaRPr>
                    </a:p>
                  </a:txBody>
                  <a:tcPr marL="51435" marR="51435" marT="0" marB="0" anchor="ctr"/>
                </a:tc>
                <a:extLst>
                  <a:ext uri="{0D108BD9-81ED-4DB2-BD59-A6C34878D82A}">
                    <a16:rowId xmlns:a16="http://schemas.microsoft.com/office/drawing/2014/main" val="10009"/>
                  </a:ext>
                </a:extLst>
              </a:tr>
              <a:tr h="335375">
                <a:tc>
                  <a:txBody>
                    <a:bodyPr/>
                    <a:lstStyle/>
                    <a:p>
                      <a:pPr algn="ctr">
                        <a:lnSpc>
                          <a:spcPct val="115000"/>
                        </a:lnSpc>
                        <a:spcAft>
                          <a:spcPts val="0"/>
                        </a:spcAft>
                      </a:pPr>
                      <a:r>
                        <a:rPr lang="en-AU" sz="1000" dirty="0">
                          <a:effectLst/>
                        </a:rPr>
                        <a:t>10 </a:t>
                      </a:r>
                      <a:endParaRPr lang="en-AU" sz="1000" dirty="0">
                        <a:solidFill>
                          <a:srgbClr val="000000"/>
                        </a:solidFill>
                        <a:effectLst/>
                        <a:latin typeface="+mn-lt"/>
                        <a:ea typeface="Times New Roman"/>
                        <a:cs typeface="Times New Roman"/>
                      </a:endParaRPr>
                    </a:p>
                  </a:txBody>
                  <a:tcPr marL="51435" marR="51435" marT="0" marB="0" anchor="ctr"/>
                </a:tc>
                <a:tc>
                  <a:txBody>
                    <a:bodyPr/>
                    <a:lstStyle/>
                    <a:p>
                      <a:pPr>
                        <a:lnSpc>
                          <a:spcPct val="115000"/>
                        </a:lnSpc>
                        <a:spcAft>
                          <a:spcPts val="0"/>
                        </a:spcAft>
                      </a:pPr>
                      <a:r>
                        <a:rPr lang="en-AU" sz="1000" dirty="0">
                          <a:effectLst/>
                        </a:rPr>
                        <a:t>Accessibility and Special Issues in HCI</a:t>
                      </a:r>
                      <a:endParaRPr lang="en-AU" sz="1000" dirty="0">
                        <a:effectLst/>
                        <a:latin typeface="+mn-lt"/>
                        <a:ea typeface="Calibri" panose="020F0502020204030204" pitchFamily="34" charset="0"/>
                        <a:cs typeface="Times New Roman" panose="02020603050405020304" pitchFamily="18" charset="0"/>
                      </a:endParaRPr>
                    </a:p>
                  </a:txBody>
                  <a:tcPr marL="14288" marR="14288" marT="14288" marB="14288" anchor="ctr"/>
                </a:tc>
                <a:tc>
                  <a:txBody>
                    <a:bodyPr/>
                    <a:lstStyle/>
                    <a:p>
                      <a:pPr>
                        <a:lnSpc>
                          <a:spcPct val="115000"/>
                        </a:lnSpc>
                        <a:spcAft>
                          <a:spcPts val="0"/>
                        </a:spcAft>
                      </a:pPr>
                      <a:r>
                        <a:rPr lang="en-AU" sz="1000" dirty="0">
                          <a:effectLst/>
                        </a:rPr>
                        <a:t>Online: WCAG2.0</a:t>
                      </a:r>
                      <a:endParaRPr lang="en-AU" sz="1000" dirty="0">
                        <a:solidFill>
                          <a:srgbClr val="000000"/>
                        </a:solidFill>
                        <a:effectLst/>
                        <a:latin typeface="+mn-lt"/>
                        <a:ea typeface="Times New Roman"/>
                        <a:cs typeface="Times New Roman"/>
                      </a:endParaRPr>
                    </a:p>
                  </a:txBody>
                  <a:tcPr marL="51435" marR="51435" marT="0" marB="0" anchor="ctr"/>
                </a:tc>
                <a:extLst>
                  <a:ext uri="{0D108BD9-81ED-4DB2-BD59-A6C34878D82A}">
                    <a16:rowId xmlns:a16="http://schemas.microsoft.com/office/drawing/2014/main" val="10010"/>
                  </a:ext>
                </a:extLst>
              </a:tr>
              <a:tr h="335375">
                <a:tc>
                  <a:txBody>
                    <a:bodyPr/>
                    <a:lstStyle/>
                    <a:p>
                      <a:pPr algn="ctr">
                        <a:lnSpc>
                          <a:spcPct val="115000"/>
                        </a:lnSpc>
                        <a:spcAft>
                          <a:spcPts val="0"/>
                        </a:spcAft>
                      </a:pPr>
                      <a:r>
                        <a:rPr lang="en-AU" sz="1000" dirty="0">
                          <a:effectLst/>
                        </a:rPr>
                        <a:t>11 </a:t>
                      </a:r>
                      <a:endParaRPr lang="en-AU" sz="1000" dirty="0">
                        <a:solidFill>
                          <a:srgbClr val="000000"/>
                        </a:solidFill>
                        <a:effectLst/>
                        <a:latin typeface="+mn-lt"/>
                        <a:ea typeface="Times New Roman"/>
                        <a:cs typeface="Times New Roman"/>
                      </a:endParaRPr>
                    </a:p>
                  </a:txBody>
                  <a:tcPr marL="51435" marR="51435" marT="0" marB="0" anchor="ctr"/>
                </a:tc>
                <a:tc>
                  <a:txBody>
                    <a:bodyPr/>
                    <a:lstStyle/>
                    <a:p>
                      <a:r>
                        <a:rPr lang="en-AU" sz="1000" dirty="0"/>
                        <a:t>Models, Theories and Risks</a:t>
                      </a:r>
                    </a:p>
                  </a:txBody>
                  <a:tcPr marL="14288" marR="14288" marT="14288" marB="14288" anchor="ctr"/>
                </a:tc>
                <a:tc>
                  <a:txBody>
                    <a:bodyPr/>
                    <a:lstStyle/>
                    <a:p>
                      <a:r>
                        <a:rPr lang="en-AU" sz="1000" dirty="0" err="1"/>
                        <a:t>MacKenzie</a:t>
                      </a:r>
                      <a:r>
                        <a:rPr lang="en-AU" sz="1000" dirty="0"/>
                        <a:t> (1992)</a:t>
                      </a:r>
                    </a:p>
                  </a:txBody>
                  <a:tcPr marL="51435" marR="51435" marT="0" marB="0" anchor="ctr"/>
                </a:tc>
                <a:extLst>
                  <a:ext uri="{0D108BD9-81ED-4DB2-BD59-A6C34878D82A}">
                    <a16:rowId xmlns:a16="http://schemas.microsoft.com/office/drawing/2014/main" val="10011"/>
                  </a:ext>
                </a:extLst>
              </a:tr>
              <a:tr h="335375">
                <a:tc>
                  <a:txBody>
                    <a:bodyPr/>
                    <a:lstStyle/>
                    <a:p>
                      <a:pPr algn="ctr">
                        <a:lnSpc>
                          <a:spcPct val="115000"/>
                        </a:lnSpc>
                        <a:spcAft>
                          <a:spcPts val="0"/>
                        </a:spcAft>
                      </a:pPr>
                      <a:r>
                        <a:rPr lang="en-AU" sz="1000" dirty="0">
                          <a:effectLst/>
                        </a:rPr>
                        <a:t>12 </a:t>
                      </a:r>
                      <a:endParaRPr lang="en-AU" sz="1000" dirty="0">
                        <a:solidFill>
                          <a:srgbClr val="000000"/>
                        </a:solidFill>
                        <a:effectLst/>
                        <a:latin typeface="+mn-lt"/>
                        <a:ea typeface="Times New Roman"/>
                        <a:cs typeface="Times New Roman"/>
                      </a:endParaRPr>
                    </a:p>
                  </a:txBody>
                  <a:tcPr marL="51435" marR="51435" marT="0" marB="0" anchor="ctr"/>
                </a:tc>
                <a:tc>
                  <a:txBody>
                    <a:bodyPr/>
                    <a:lstStyle/>
                    <a:p>
                      <a:r>
                        <a:rPr lang="en-AU" sz="1000" dirty="0"/>
                        <a:t>Mixed Reality and Future HCI</a:t>
                      </a:r>
                    </a:p>
                  </a:txBody>
                  <a:tcPr marL="14288" marR="14288" marT="14288" marB="14288" anchor="ctr"/>
                </a:tc>
                <a:tc>
                  <a:txBody>
                    <a:bodyPr/>
                    <a:lstStyle/>
                    <a:p>
                      <a:endParaRPr lang="en-AU" sz="1000" dirty="0"/>
                    </a:p>
                  </a:txBody>
                  <a:tcPr marL="51435" marR="51435" marT="0" marB="0" anchor="ctr"/>
                </a:tc>
                <a:extLst>
                  <a:ext uri="{0D108BD9-81ED-4DB2-BD59-A6C34878D82A}">
                    <a16:rowId xmlns:a16="http://schemas.microsoft.com/office/drawing/2014/main" val="10012"/>
                  </a:ext>
                </a:extLst>
              </a:tr>
              <a:tr h="335375">
                <a:tc>
                  <a:txBody>
                    <a:bodyPr/>
                    <a:lstStyle/>
                    <a:p>
                      <a:pPr algn="ctr">
                        <a:lnSpc>
                          <a:spcPct val="115000"/>
                        </a:lnSpc>
                        <a:spcAft>
                          <a:spcPts val="0"/>
                        </a:spcAft>
                      </a:pPr>
                      <a:r>
                        <a:rPr lang="en-AU" sz="1000" dirty="0">
                          <a:effectLst/>
                        </a:rPr>
                        <a:t>13 </a:t>
                      </a:r>
                      <a:endParaRPr lang="en-AU" sz="1000" dirty="0">
                        <a:solidFill>
                          <a:srgbClr val="000000"/>
                        </a:solidFill>
                        <a:effectLst/>
                        <a:latin typeface="+mn-lt"/>
                        <a:ea typeface="Times New Roman"/>
                        <a:cs typeface="Times New Roman"/>
                      </a:endParaRPr>
                    </a:p>
                  </a:txBody>
                  <a:tcPr marL="51435" marR="51435" marT="0" marB="0" anchor="ctr"/>
                </a:tc>
                <a:tc>
                  <a:txBody>
                    <a:bodyPr/>
                    <a:lstStyle/>
                    <a:p>
                      <a:pPr>
                        <a:lnSpc>
                          <a:spcPct val="115000"/>
                        </a:lnSpc>
                        <a:spcAft>
                          <a:spcPts val="0"/>
                        </a:spcAft>
                      </a:pPr>
                      <a:r>
                        <a:rPr lang="en-AU" sz="1000" dirty="0">
                          <a:effectLst/>
                        </a:rPr>
                        <a:t>Subject Revision</a:t>
                      </a:r>
                      <a:endParaRPr lang="en-AU" sz="1000" dirty="0">
                        <a:solidFill>
                          <a:srgbClr val="000000"/>
                        </a:solidFill>
                        <a:effectLst/>
                        <a:latin typeface="+mn-lt"/>
                        <a:ea typeface="Times New Roman"/>
                        <a:cs typeface="Times New Roman"/>
                      </a:endParaRPr>
                    </a:p>
                  </a:txBody>
                  <a:tcPr marL="51435" marR="51435" marT="0" marB="0" anchor="ctr"/>
                </a:tc>
                <a:tc>
                  <a:txBody>
                    <a:bodyPr/>
                    <a:lstStyle/>
                    <a:p>
                      <a:pPr>
                        <a:lnSpc>
                          <a:spcPct val="115000"/>
                        </a:lnSpc>
                        <a:spcAft>
                          <a:spcPts val="0"/>
                        </a:spcAft>
                      </a:pPr>
                      <a:endParaRPr lang="en-AU" sz="1000" dirty="0">
                        <a:solidFill>
                          <a:srgbClr val="000000"/>
                        </a:solidFill>
                        <a:effectLst/>
                        <a:latin typeface="+mn-lt"/>
                        <a:ea typeface="Times New Roman"/>
                        <a:cs typeface="Times New Roman"/>
                      </a:endParaRPr>
                    </a:p>
                  </a:txBody>
                  <a:tcPr marL="51435" marR="51435" marT="0" marB="0" anchor="ct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24661316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dirty="0"/>
              <a:t>This Week</a:t>
            </a:r>
          </a:p>
        </p:txBody>
      </p:sp>
      <p:graphicFrame>
        <p:nvGraphicFramePr>
          <p:cNvPr id="4" name="Content Placeholder 3"/>
          <p:cNvGraphicFramePr>
            <a:graphicFrameLocks noGrp="1"/>
          </p:cNvGraphicFramePr>
          <p:nvPr>
            <p:ph sz="half" idx="1"/>
            <p:extLst>
              <p:ext uri="{D42A27DB-BD31-4B8C-83A1-F6EECF244321}">
                <p14:modId xmlns:p14="http://schemas.microsoft.com/office/powerpoint/2010/main" val="3718491775"/>
              </p:ext>
            </p:extLst>
          </p:nvPr>
        </p:nvGraphicFramePr>
        <p:xfrm>
          <a:off x="1485900" y="1200151"/>
          <a:ext cx="6172200" cy="339447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934910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Subject Description</a:t>
            </a:r>
            <a:endParaRPr lang="en-AU" dirty="0"/>
          </a:p>
        </p:txBody>
      </p:sp>
      <p:sp>
        <p:nvSpPr>
          <p:cNvPr id="3" name="Content Placeholder 2"/>
          <p:cNvSpPr>
            <a:spLocks noGrp="1"/>
          </p:cNvSpPr>
          <p:nvPr>
            <p:ph sz="half" idx="1"/>
          </p:nvPr>
        </p:nvSpPr>
        <p:spPr/>
        <p:txBody>
          <a:bodyPr/>
          <a:lstStyle/>
          <a:p>
            <a:r>
              <a:rPr lang="en-AU" dirty="0"/>
              <a:t>The subject provides students with an understanding of Human Computer Interaction (HCI) principles and practices, and how to apply them in the context of developing usable interactive computer applications and systems. The subject also emphasises the importance of taking into account contextual, organisational, and social factors in the design of computer systems. Students will be taken through the analysis, design, development, and evaluation of user interfaces. They will acquire hands-on design skills through an interaction design project. The subject will cover topics including user-centred design, the development process, prototyping, usability testing, measuring and evaluating the user experience and accessibility.</a:t>
            </a:r>
          </a:p>
        </p:txBody>
      </p:sp>
    </p:spTree>
    <p:extLst>
      <p:ext uri="{BB962C8B-B14F-4D97-AF65-F5344CB8AC3E}">
        <p14:creationId xmlns:p14="http://schemas.microsoft.com/office/powerpoint/2010/main" val="37617952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Subject Learning Outcomes (SLOs)</a:t>
            </a:r>
            <a:endParaRPr lang="en-AU" dirty="0"/>
          </a:p>
        </p:txBody>
      </p:sp>
      <p:sp>
        <p:nvSpPr>
          <p:cNvPr id="3" name="Content Placeholder 2"/>
          <p:cNvSpPr>
            <a:spLocks noGrp="1"/>
          </p:cNvSpPr>
          <p:nvPr>
            <p:ph sz="half" idx="1"/>
          </p:nvPr>
        </p:nvSpPr>
        <p:spPr/>
        <p:txBody>
          <a:bodyPr/>
          <a:lstStyle/>
          <a:p>
            <a:r>
              <a:rPr lang="en-AU" dirty="0"/>
              <a:t>On successful completion of this subject, students will be able to:</a:t>
            </a:r>
          </a:p>
          <a:p>
            <a:pPr marL="600075" lvl="1" indent="-257175">
              <a:buFont typeface="+mj-lt"/>
              <a:buAutoNum type="arabicPeriod"/>
            </a:pPr>
            <a:r>
              <a:rPr lang="en-AU" dirty="0">
                <a:solidFill>
                  <a:srgbClr val="FF0000"/>
                </a:solidFill>
              </a:rPr>
              <a:t>Identify and describe HCI principles and design issues.</a:t>
            </a:r>
          </a:p>
          <a:p>
            <a:pPr marL="600075" lvl="1" indent="-257175">
              <a:buFont typeface="+mj-lt"/>
              <a:buAutoNum type="arabicPeriod"/>
            </a:pPr>
            <a:r>
              <a:rPr lang="en-AU" dirty="0">
                <a:solidFill>
                  <a:srgbClr val="FF0000"/>
                </a:solidFill>
              </a:rPr>
              <a:t>Discuss and justify HCI solutions based on design principles.</a:t>
            </a:r>
          </a:p>
          <a:p>
            <a:pPr marL="600075" lvl="1" indent="-257175">
              <a:buFont typeface="+mj-lt"/>
              <a:buAutoNum type="arabicPeriod"/>
            </a:pPr>
            <a:r>
              <a:rPr lang="en-AU" dirty="0">
                <a:solidFill>
                  <a:srgbClr val="FF0000"/>
                </a:solidFill>
              </a:rPr>
              <a:t>Demonstrate an understanding of the HCI design process.</a:t>
            </a:r>
          </a:p>
          <a:p>
            <a:pPr marL="600075" lvl="1" indent="-257175">
              <a:buFont typeface="+mj-lt"/>
              <a:buAutoNum type="arabicPeriod"/>
            </a:pPr>
            <a:r>
              <a:rPr lang="en-AU" dirty="0">
                <a:solidFill>
                  <a:srgbClr val="FF0000"/>
                </a:solidFill>
              </a:rPr>
              <a:t>Acquire skills to design and implement user-centred design.</a:t>
            </a:r>
          </a:p>
          <a:p>
            <a:pPr marL="600075" lvl="1" indent="-257175">
              <a:buFont typeface="+mj-lt"/>
              <a:buAutoNum type="arabicPeriod"/>
            </a:pPr>
            <a:r>
              <a:rPr lang="en-AU" dirty="0"/>
              <a:t>Select and use suitable methods of measuring and evaluating the user experience.</a:t>
            </a:r>
          </a:p>
          <a:p>
            <a:endParaRPr lang="en-AU" dirty="0"/>
          </a:p>
        </p:txBody>
      </p:sp>
    </p:spTree>
    <p:extLst>
      <p:ext uri="{BB962C8B-B14F-4D97-AF65-F5344CB8AC3E}">
        <p14:creationId xmlns:p14="http://schemas.microsoft.com/office/powerpoint/2010/main" val="41212281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3"/>
          </p:nvPr>
        </p:nvSpPr>
        <p:spPr/>
        <p:txBody>
          <a:bodyPr/>
          <a:lstStyle/>
          <a:p>
            <a:r>
              <a:rPr lang="en-AU" i="1" dirty="0"/>
              <a:t>What did we discuss last week?</a:t>
            </a:r>
          </a:p>
        </p:txBody>
      </p:sp>
      <p:sp>
        <p:nvSpPr>
          <p:cNvPr id="5" name="Content Placeholder 4"/>
          <p:cNvSpPr>
            <a:spLocks noGrp="1"/>
          </p:cNvSpPr>
          <p:nvPr>
            <p:ph sz="quarter" idx="14"/>
          </p:nvPr>
        </p:nvSpPr>
        <p:spPr/>
        <p:txBody>
          <a:bodyPr/>
          <a:lstStyle/>
          <a:p>
            <a:endParaRPr lang="en-AU" dirty="0"/>
          </a:p>
        </p:txBody>
      </p:sp>
    </p:spTree>
    <p:extLst>
      <p:ext uri="{BB962C8B-B14F-4D97-AF65-F5344CB8AC3E}">
        <p14:creationId xmlns:p14="http://schemas.microsoft.com/office/powerpoint/2010/main" val="13846163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Information Architecture (IA)</a:t>
            </a:r>
            <a:endParaRPr lang="en-AU" dirty="0"/>
          </a:p>
        </p:txBody>
      </p:sp>
      <p:sp>
        <p:nvSpPr>
          <p:cNvPr id="3" name="Content Placeholder 2"/>
          <p:cNvSpPr>
            <a:spLocks noGrp="1"/>
          </p:cNvSpPr>
          <p:nvPr>
            <p:ph sz="half" idx="1"/>
          </p:nvPr>
        </p:nvSpPr>
        <p:spPr/>
        <p:txBody>
          <a:bodyPr/>
          <a:lstStyle/>
          <a:p>
            <a:r>
              <a:rPr lang="en-AU" dirty="0"/>
              <a:t>Organising and structuring content of systems</a:t>
            </a:r>
          </a:p>
          <a:p>
            <a:r>
              <a:rPr lang="en-AU" b="1" i="1" dirty="0"/>
              <a:t>Card Sort to involve users in the design of IA</a:t>
            </a:r>
          </a:p>
          <a:p>
            <a:endParaRPr lang="en-AU" dirty="0"/>
          </a:p>
          <a:p>
            <a:r>
              <a:rPr lang="en-AU" dirty="0"/>
              <a:t>Focus:</a:t>
            </a:r>
          </a:p>
          <a:p>
            <a:pPr lvl="1"/>
            <a:r>
              <a:rPr lang="en-AU" dirty="0"/>
              <a:t>Organisation, Structuring and labelling of content</a:t>
            </a:r>
          </a:p>
          <a:p>
            <a:pPr lvl="1"/>
            <a:r>
              <a:rPr lang="en-AU" dirty="0"/>
              <a:t>Allows an understanding for users to find information and compete the tasks on a system</a:t>
            </a:r>
          </a:p>
          <a:p>
            <a:endParaRPr lang="en-AU" dirty="0"/>
          </a:p>
          <a:p>
            <a:r>
              <a:rPr lang="en-AU" dirty="0">
                <a:hlinkClick r:id="rId3"/>
              </a:rPr>
              <a:t>https://www.usability.gov/what-and-why/information-architecture.html</a:t>
            </a:r>
            <a:endParaRPr lang="en-AU" dirty="0"/>
          </a:p>
          <a:p>
            <a:r>
              <a:rPr lang="en-AU" dirty="0">
                <a:hlinkClick r:id="rId4"/>
              </a:rPr>
              <a:t>http://www.uxbooth.com/articles/complete-beginners-guide-to-information-architecture/</a:t>
            </a:r>
            <a:endParaRPr lang="en-AU" dirty="0"/>
          </a:p>
          <a:p>
            <a:r>
              <a:rPr lang="en-AU" dirty="0">
                <a:hlinkClick r:id="rId5"/>
              </a:rPr>
              <a:t>https://uxplanet.org/information-architecture-basics-for-designers-b5d43df62e20</a:t>
            </a:r>
            <a:r>
              <a:rPr lang="en-AU" dirty="0"/>
              <a:t> </a:t>
            </a:r>
          </a:p>
        </p:txBody>
      </p:sp>
    </p:spTree>
    <p:extLst>
      <p:ext uri="{BB962C8B-B14F-4D97-AF65-F5344CB8AC3E}">
        <p14:creationId xmlns:p14="http://schemas.microsoft.com/office/powerpoint/2010/main" val="25290217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AU" dirty="0"/>
              <a:t>Information Architecture</a:t>
            </a:r>
          </a:p>
        </p:txBody>
      </p:sp>
      <p:sp>
        <p:nvSpPr>
          <p:cNvPr id="2" name="TextBox 1"/>
          <p:cNvSpPr txBox="1"/>
          <p:nvPr/>
        </p:nvSpPr>
        <p:spPr>
          <a:xfrm>
            <a:off x="2133044" y="1363754"/>
            <a:ext cx="5773364" cy="2677656"/>
          </a:xfrm>
          <a:prstGeom prst="rect">
            <a:avLst/>
          </a:prstGeom>
          <a:noFill/>
        </p:spPr>
        <p:txBody>
          <a:bodyPr wrap="square" rtlCol="0">
            <a:spAutoFit/>
          </a:bodyPr>
          <a:lstStyle/>
          <a:p>
            <a:pPr algn="r"/>
            <a:r>
              <a:rPr lang="en-AU" sz="2400" dirty="0"/>
              <a:t>“IA is a blueprint of the design structure which can be generated into wireframes and sitemaps of the project. UX designers use them as the basic materials so that they could plan navigation system.” (</a:t>
            </a:r>
            <a:r>
              <a:rPr lang="en-AU" sz="2400" dirty="0" err="1"/>
              <a:t>Tubik</a:t>
            </a:r>
            <a:r>
              <a:rPr lang="en-AU" sz="2400" dirty="0"/>
              <a:t> Studio, 2017)</a:t>
            </a:r>
          </a:p>
        </p:txBody>
      </p:sp>
    </p:spTree>
    <p:extLst>
      <p:ext uri="{BB962C8B-B14F-4D97-AF65-F5344CB8AC3E}">
        <p14:creationId xmlns:p14="http://schemas.microsoft.com/office/powerpoint/2010/main" val="37430627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sz="half" idx="4294967295"/>
          </p:nvPr>
        </p:nvPicPr>
        <p:blipFill>
          <a:blip r:embed="rId3">
            <a:extLst>
              <a:ext uri="{28A0092B-C50C-407E-A947-70E740481C1C}">
                <a14:useLocalDpi xmlns:a14="http://schemas.microsoft.com/office/drawing/2010/main" val="0"/>
              </a:ext>
            </a:extLst>
          </a:blip>
          <a:stretch>
            <a:fillRect/>
          </a:stretch>
        </p:blipFill>
        <p:spPr>
          <a:xfrm>
            <a:off x="1509820" y="0"/>
            <a:ext cx="6188149" cy="4778833"/>
          </a:xfrm>
        </p:spPr>
      </p:pic>
    </p:spTree>
    <p:extLst>
      <p:ext uri="{BB962C8B-B14F-4D97-AF65-F5344CB8AC3E}">
        <p14:creationId xmlns:p14="http://schemas.microsoft.com/office/powerpoint/2010/main" val="12568887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2" name="Rectangle 6"/>
          <p:cNvSpPr>
            <a:spLocks noGrp="1" noChangeArrowheads="1"/>
          </p:cNvSpPr>
          <p:nvPr>
            <p:ph type="title"/>
          </p:nvPr>
        </p:nvSpPr>
        <p:spPr/>
        <p:txBody>
          <a:bodyPr>
            <a:normAutofit/>
          </a:bodyPr>
          <a:lstStyle/>
          <a:p>
            <a:r>
              <a:rPr lang="en-AU" dirty="0"/>
              <a:t>Chapter 11: Overview</a:t>
            </a:r>
            <a:br>
              <a:rPr lang="en-AU" dirty="0"/>
            </a:br>
            <a:r>
              <a:rPr lang="en-AU" sz="1350" b="1" dirty="0">
                <a:solidFill>
                  <a:srgbClr val="FF0000"/>
                </a:solidFill>
                <a:latin typeface="+mn-lt"/>
              </a:rPr>
              <a:t>DESIGN, PROTOTYPING and CONSTRUCTION</a:t>
            </a:r>
          </a:p>
        </p:txBody>
      </p:sp>
      <p:sp>
        <p:nvSpPr>
          <p:cNvPr id="9223" name="Rectangle 7"/>
          <p:cNvSpPr>
            <a:spLocks noGrp="1" noChangeArrowheads="1"/>
          </p:cNvSpPr>
          <p:nvPr>
            <p:ph sz="half" idx="1"/>
          </p:nvPr>
        </p:nvSpPr>
        <p:spPr/>
        <p:txBody>
          <a:bodyPr/>
          <a:lstStyle/>
          <a:p>
            <a:r>
              <a:rPr lang="en-GB" dirty="0"/>
              <a:t>Prototyping</a:t>
            </a:r>
          </a:p>
          <a:p>
            <a:r>
              <a:rPr lang="en-GB" dirty="0"/>
              <a:t>Conceptual design </a:t>
            </a:r>
          </a:p>
          <a:p>
            <a:r>
              <a:rPr lang="en-GB" dirty="0"/>
              <a:t>Concrete design</a:t>
            </a:r>
          </a:p>
          <a:p>
            <a:r>
              <a:rPr lang="en-GB" dirty="0"/>
              <a:t>Using scenarios</a:t>
            </a:r>
          </a:p>
          <a:p>
            <a:r>
              <a:rPr lang="en-GB" dirty="0"/>
              <a:t>Generating prototypes</a:t>
            </a:r>
          </a:p>
          <a:p>
            <a:r>
              <a:rPr lang="en-GB" dirty="0"/>
              <a:t>Construction</a:t>
            </a:r>
          </a:p>
          <a:p>
            <a:endParaRPr lang="en-US" dirty="0"/>
          </a:p>
        </p:txBody>
      </p:sp>
      <p:sp>
        <p:nvSpPr>
          <p:cNvPr id="11" name="Footer Placeholder 3"/>
          <p:cNvSpPr>
            <a:spLocks noGrp="1"/>
          </p:cNvSpPr>
          <p:nvPr>
            <p:ph type="ftr" sz="quarter" idx="4294967295"/>
          </p:nvPr>
        </p:nvSpPr>
        <p:spPr>
          <a:xfrm>
            <a:off x="1143000" y="4767263"/>
            <a:ext cx="2171700" cy="273844"/>
          </a:xfrm>
          <a:prstGeom prst="rect">
            <a:avLst/>
          </a:prstGeom>
        </p:spPr>
        <p:txBody>
          <a:bodyPr/>
          <a:lstStyle/>
          <a:p>
            <a:r>
              <a:rPr lang="en-GB" sz="750" dirty="0">
                <a:solidFill>
                  <a:schemeClr val="accent6">
                    <a:lumMod val="75000"/>
                  </a:schemeClr>
                </a:solidFill>
                <a:latin typeface="Liberation Sans"/>
              </a:rPr>
              <a:t>www.id-book.com</a:t>
            </a:r>
          </a:p>
        </p:txBody>
      </p:sp>
      <p:sp>
        <p:nvSpPr>
          <p:cNvPr id="9218" name="Rectangle 2"/>
          <p:cNvSpPr>
            <a:spLocks noChangeArrowheads="1"/>
          </p:cNvSpPr>
          <p:nvPr/>
        </p:nvSpPr>
        <p:spPr bwMode="auto">
          <a:xfrm>
            <a:off x="1670447" y="4686300"/>
            <a:ext cx="1423988"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1350">
              <a:latin typeface="Liberation Sans"/>
            </a:endParaRPr>
          </a:p>
        </p:txBody>
      </p:sp>
      <p:sp>
        <p:nvSpPr>
          <p:cNvPr id="9219" name="Rectangle 3"/>
          <p:cNvSpPr>
            <a:spLocks noChangeArrowheads="1"/>
          </p:cNvSpPr>
          <p:nvPr/>
        </p:nvSpPr>
        <p:spPr bwMode="auto">
          <a:xfrm>
            <a:off x="3517106" y="4686300"/>
            <a:ext cx="2109788"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1350">
              <a:latin typeface="Liberation Sans"/>
            </a:endParaRPr>
          </a:p>
        </p:txBody>
      </p:sp>
      <p:sp>
        <p:nvSpPr>
          <p:cNvPr id="9220" name="Rectangle 4"/>
          <p:cNvSpPr>
            <a:spLocks noChangeArrowheads="1"/>
          </p:cNvSpPr>
          <p:nvPr/>
        </p:nvSpPr>
        <p:spPr bwMode="auto">
          <a:xfrm>
            <a:off x="1670447" y="4686300"/>
            <a:ext cx="1423988"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1350">
              <a:latin typeface="Liberation Sans"/>
            </a:endParaRPr>
          </a:p>
        </p:txBody>
      </p:sp>
      <p:sp>
        <p:nvSpPr>
          <p:cNvPr id="9221" name="Rectangle 5"/>
          <p:cNvSpPr>
            <a:spLocks noChangeArrowheads="1"/>
          </p:cNvSpPr>
          <p:nvPr/>
        </p:nvSpPr>
        <p:spPr bwMode="auto">
          <a:xfrm>
            <a:off x="3464719" y="4686300"/>
            <a:ext cx="2109788"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1350">
              <a:latin typeface="Liberation Sans"/>
            </a:endParaRPr>
          </a:p>
        </p:txBody>
      </p:sp>
      <p:sp>
        <p:nvSpPr>
          <p:cNvPr id="9224" name="Text Box 8"/>
          <p:cNvSpPr txBox="1">
            <a:spLocks noChangeArrowheads="1"/>
          </p:cNvSpPr>
          <p:nvPr/>
        </p:nvSpPr>
        <p:spPr bwMode="auto">
          <a:xfrm>
            <a:off x="2239567" y="1016794"/>
            <a:ext cx="1847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Arial" charset="0"/>
                <a:ea typeface="ＭＳ Ｐゴシック" charset="0"/>
              </a:defRPr>
            </a:lvl1pPr>
            <a:lvl2pPr marL="571500">
              <a:defRPr>
                <a:solidFill>
                  <a:schemeClr val="tx1"/>
                </a:solidFill>
                <a:latin typeface="Arial" charset="0"/>
                <a:ea typeface="ＭＳ Ｐゴシック" charset="0"/>
              </a:defRPr>
            </a:lvl2pPr>
            <a:lvl3pPr marL="1143000">
              <a:defRPr>
                <a:solidFill>
                  <a:schemeClr val="tx1"/>
                </a:solidFill>
                <a:latin typeface="Arial" charset="0"/>
                <a:ea typeface="ＭＳ Ｐゴシック" charset="0"/>
              </a:defRPr>
            </a:lvl3pPr>
            <a:lvl4pPr marL="1714500">
              <a:defRPr>
                <a:solidFill>
                  <a:schemeClr val="tx1"/>
                </a:solidFill>
                <a:latin typeface="Arial" charset="0"/>
                <a:ea typeface="ＭＳ Ｐゴシック" charset="0"/>
              </a:defRPr>
            </a:lvl4pPr>
            <a:lvl5pPr marL="2286000">
              <a:defRPr>
                <a:solidFill>
                  <a:schemeClr val="tx1"/>
                </a:solidFill>
                <a:latin typeface="Arial" charset="0"/>
                <a:ea typeface="ＭＳ Ｐゴシック" charset="0"/>
              </a:defRPr>
            </a:lvl5pPr>
            <a:lvl6pPr marL="2743200" fontAlgn="base">
              <a:spcBef>
                <a:spcPct val="0"/>
              </a:spcBef>
              <a:spcAft>
                <a:spcPct val="0"/>
              </a:spcAft>
              <a:defRPr>
                <a:solidFill>
                  <a:schemeClr val="tx1"/>
                </a:solidFill>
                <a:latin typeface="Arial" charset="0"/>
                <a:ea typeface="ＭＳ Ｐゴシック" charset="0"/>
              </a:defRPr>
            </a:lvl6pPr>
            <a:lvl7pPr marL="3200400" fontAlgn="base">
              <a:spcBef>
                <a:spcPct val="0"/>
              </a:spcBef>
              <a:spcAft>
                <a:spcPct val="0"/>
              </a:spcAft>
              <a:defRPr>
                <a:solidFill>
                  <a:schemeClr val="tx1"/>
                </a:solidFill>
                <a:latin typeface="Arial" charset="0"/>
                <a:ea typeface="ＭＳ Ｐゴシック" charset="0"/>
              </a:defRPr>
            </a:lvl7pPr>
            <a:lvl8pPr marL="3657600" fontAlgn="base">
              <a:spcBef>
                <a:spcPct val="0"/>
              </a:spcBef>
              <a:spcAft>
                <a:spcPct val="0"/>
              </a:spcAft>
              <a:defRPr>
                <a:solidFill>
                  <a:schemeClr val="tx1"/>
                </a:solidFill>
                <a:latin typeface="Arial" charset="0"/>
                <a:ea typeface="ＭＳ Ｐゴシック" charset="0"/>
              </a:defRPr>
            </a:lvl8pPr>
            <a:lvl9pPr marL="4114800" fontAlgn="base">
              <a:spcBef>
                <a:spcPct val="0"/>
              </a:spcBef>
              <a:spcAft>
                <a:spcPct val="0"/>
              </a:spcAft>
              <a:defRPr>
                <a:solidFill>
                  <a:schemeClr val="tx1"/>
                </a:solidFill>
                <a:latin typeface="Arial" charset="0"/>
                <a:ea typeface="ＭＳ Ｐゴシック" charset="0"/>
              </a:defRPr>
            </a:lvl9pPr>
          </a:lstStyle>
          <a:p>
            <a:pPr eaLnBrk="0" hangingPunct="0"/>
            <a:endParaRPr lang="en-US" sz="1200" b="1">
              <a:latin typeface="Liberation Sans"/>
            </a:endParaRPr>
          </a:p>
        </p:txBody>
      </p:sp>
      <p:sp>
        <p:nvSpPr>
          <p:cNvPr id="9225" name="Rectangle 9"/>
          <p:cNvSpPr>
            <a:spLocks noChangeArrowheads="1"/>
          </p:cNvSpPr>
          <p:nvPr/>
        </p:nvSpPr>
        <p:spPr bwMode="auto">
          <a:xfrm>
            <a:off x="1385646" y="573528"/>
            <a:ext cx="5749529" cy="365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67866" tIns="33338" rIns="67866" bIns="33338"/>
          <a:lstStyle/>
          <a:p>
            <a:pPr eaLnBrk="0" hangingPunct="0">
              <a:buFontTx/>
              <a:buChar char="•"/>
            </a:pPr>
            <a:endParaRPr lang="en-GB" sz="2100" dirty="0">
              <a:latin typeface="Liberation Sans"/>
            </a:endParaRPr>
          </a:p>
          <a:p>
            <a:pPr eaLnBrk="0" hangingPunct="0">
              <a:buFontTx/>
              <a:buChar char="•"/>
            </a:pPr>
            <a:endParaRPr lang="en-GB" sz="2100" dirty="0">
              <a:latin typeface="Liberation Sans"/>
            </a:endParaRPr>
          </a:p>
          <a:p>
            <a:pPr eaLnBrk="0" hangingPunct="0">
              <a:buFontTx/>
              <a:buChar char="•"/>
            </a:pPr>
            <a:endParaRPr lang="en-US" sz="2100" dirty="0">
              <a:latin typeface="Liberation Sans"/>
            </a:endParaRPr>
          </a:p>
          <a:p>
            <a:pPr eaLnBrk="0" hangingPunct="0"/>
            <a:endParaRPr lang="en-US" sz="2100" dirty="0">
              <a:latin typeface="Liberation Sans"/>
            </a:endParaRPr>
          </a:p>
          <a:p>
            <a:pPr eaLnBrk="0" hangingPunct="0"/>
            <a:endParaRPr lang="en-US" sz="2100" dirty="0">
              <a:latin typeface="Liberation Sans"/>
            </a:endParaRPr>
          </a:p>
          <a:p>
            <a:pPr eaLnBrk="0" hangingPunct="0"/>
            <a:endParaRPr lang="en-US" sz="2100" dirty="0">
              <a:latin typeface="Liberation Sans"/>
            </a:endParaRPr>
          </a:p>
        </p:txBody>
      </p:sp>
    </p:spTree>
    <p:extLst>
      <p:ext uri="{BB962C8B-B14F-4D97-AF65-F5344CB8AC3E}">
        <p14:creationId xmlns:p14="http://schemas.microsoft.com/office/powerpoint/2010/main" val="2549100461"/>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6" name="Rectangle 6"/>
          <p:cNvSpPr>
            <a:spLocks noGrp="1" noChangeArrowheads="1"/>
          </p:cNvSpPr>
          <p:nvPr>
            <p:ph type="title"/>
          </p:nvPr>
        </p:nvSpPr>
        <p:spPr/>
        <p:txBody>
          <a:bodyPr/>
          <a:lstStyle/>
          <a:p>
            <a:r>
              <a:rPr lang="en-US"/>
              <a:t>Prototyping</a:t>
            </a:r>
            <a:endParaRPr lang="en-US" dirty="0"/>
          </a:p>
        </p:txBody>
      </p:sp>
      <p:sp>
        <p:nvSpPr>
          <p:cNvPr id="10247" name="Rectangle 7"/>
          <p:cNvSpPr>
            <a:spLocks noGrp="1" noChangeArrowheads="1"/>
          </p:cNvSpPr>
          <p:nvPr>
            <p:ph sz="half" idx="1"/>
          </p:nvPr>
        </p:nvSpPr>
        <p:spPr/>
        <p:txBody>
          <a:bodyPr>
            <a:normAutofit/>
          </a:bodyPr>
          <a:lstStyle/>
          <a:p>
            <a:r>
              <a:rPr lang="en-GB" dirty="0"/>
              <a:t>What is a prototype? </a:t>
            </a:r>
          </a:p>
          <a:p>
            <a:r>
              <a:rPr lang="en-GB" dirty="0"/>
              <a:t>Why prototype?</a:t>
            </a:r>
          </a:p>
          <a:p>
            <a:endParaRPr lang="en-GB" dirty="0"/>
          </a:p>
          <a:p>
            <a:r>
              <a:rPr lang="en-GB" dirty="0"/>
              <a:t>Different kinds of prototyping</a:t>
            </a:r>
          </a:p>
          <a:p>
            <a:pPr lvl="1"/>
            <a:r>
              <a:rPr lang="en-GB" dirty="0"/>
              <a:t>Low fidelity (Lo-Fi)</a:t>
            </a:r>
          </a:p>
          <a:p>
            <a:pPr lvl="1"/>
            <a:r>
              <a:rPr lang="en-GB" dirty="0"/>
              <a:t>High fidelity (Hi-Fi)</a:t>
            </a:r>
          </a:p>
          <a:p>
            <a:pPr lvl="1"/>
            <a:endParaRPr lang="en-GB" dirty="0"/>
          </a:p>
          <a:p>
            <a:r>
              <a:rPr lang="en-GB" dirty="0"/>
              <a:t>Compromises in prototyping</a:t>
            </a:r>
          </a:p>
          <a:p>
            <a:pPr lvl="1"/>
            <a:r>
              <a:rPr lang="en-GB" b="1" dirty="0"/>
              <a:t>Vertical: </a:t>
            </a:r>
            <a:r>
              <a:rPr lang="en-AU" dirty="0"/>
              <a:t>provide a wide range of functions, but with little detail</a:t>
            </a:r>
            <a:endParaRPr lang="en-GB" dirty="0"/>
          </a:p>
          <a:p>
            <a:pPr lvl="1"/>
            <a:r>
              <a:rPr lang="en-GB" b="1" dirty="0"/>
              <a:t>Horizontal: </a:t>
            </a:r>
            <a:r>
              <a:rPr lang="en-AU" dirty="0"/>
              <a:t>provide a lot of detail for only a few functions</a:t>
            </a:r>
            <a:endParaRPr lang="en-GB" dirty="0"/>
          </a:p>
          <a:p>
            <a:pPr lvl="1"/>
            <a:endParaRPr lang="en-GB" dirty="0"/>
          </a:p>
          <a:p>
            <a:r>
              <a:rPr lang="en-GB" dirty="0"/>
              <a:t>Final product needs to be engineered</a:t>
            </a:r>
          </a:p>
          <a:p>
            <a:endParaRPr lang="en-US" dirty="0"/>
          </a:p>
          <a:p>
            <a:endParaRPr lang="en-US" dirty="0"/>
          </a:p>
        </p:txBody>
      </p:sp>
      <p:sp>
        <p:nvSpPr>
          <p:cNvPr id="10" name="Footer Placeholder 3"/>
          <p:cNvSpPr>
            <a:spLocks noGrp="1"/>
          </p:cNvSpPr>
          <p:nvPr>
            <p:ph type="ftr" sz="quarter" idx="4294967295"/>
          </p:nvPr>
        </p:nvSpPr>
        <p:spPr>
          <a:xfrm>
            <a:off x="1143000" y="4767263"/>
            <a:ext cx="2171700" cy="273844"/>
          </a:xfrm>
          <a:prstGeom prst="rect">
            <a:avLst/>
          </a:prstGeom>
        </p:spPr>
        <p:txBody>
          <a:bodyPr/>
          <a:lstStyle/>
          <a:p>
            <a:r>
              <a:rPr lang="en-GB" sz="750" dirty="0">
                <a:solidFill>
                  <a:schemeClr val="accent6">
                    <a:lumMod val="75000"/>
                  </a:schemeClr>
                </a:solidFill>
                <a:latin typeface="Liberation Sans"/>
              </a:rPr>
              <a:t>www.id-book.com</a:t>
            </a:r>
          </a:p>
        </p:txBody>
      </p:sp>
      <p:sp>
        <p:nvSpPr>
          <p:cNvPr id="10242" name="Rectangle 2"/>
          <p:cNvSpPr>
            <a:spLocks noChangeArrowheads="1"/>
          </p:cNvSpPr>
          <p:nvPr/>
        </p:nvSpPr>
        <p:spPr bwMode="auto">
          <a:xfrm>
            <a:off x="1670447" y="4686300"/>
            <a:ext cx="1423988"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1350">
              <a:latin typeface="Liberation Sans"/>
            </a:endParaRPr>
          </a:p>
        </p:txBody>
      </p:sp>
      <p:sp>
        <p:nvSpPr>
          <p:cNvPr id="10243" name="Rectangle 3"/>
          <p:cNvSpPr>
            <a:spLocks noChangeArrowheads="1"/>
          </p:cNvSpPr>
          <p:nvPr/>
        </p:nvSpPr>
        <p:spPr bwMode="auto">
          <a:xfrm>
            <a:off x="3517106" y="4686300"/>
            <a:ext cx="2109788"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1350">
              <a:latin typeface="Liberation Sans"/>
            </a:endParaRPr>
          </a:p>
        </p:txBody>
      </p:sp>
      <p:sp>
        <p:nvSpPr>
          <p:cNvPr id="10244" name="Rectangle 4"/>
          <p:cNvSpPr>
            <a:spLocks noChangeArrowheads="1"/>
          </p:cNvSpPr>
          <p:nvPr/>
        </p:nvSpPr>
        <p:spPr bwMode="auto">
          <a:xfrm>
            <a:off x="1670447" y="4686300"/>
            <a:ext cx="1423988"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1350">
              <a:latin typeface="Liberation Sans"/>
            </a:endParaRPr>
          </a:p>
        </p:txBody>
      </p:sp>
      <p:sp>
        <p:nvSpPr>
          <p:cNvPr id="10245" name="Rectangle 5"/>
          <p:cNvSpPr>
            <a:spLocks noChangeArrowheads="1"/>
          </p:cNvSpPr>
          <p:nvPr/>
        </p:nvSpPr>
        <p:spPr bwMode="auto">
          <a:xfrm>
            <a:off x="3517106" y="4686300"/>
            <a:ext cx="2109788"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1350">
              <a:latin typeface="Liberation Sans"/>
            </a:endParaRPr>
          </a:p>
        </p:txBody>
      </p:sp>
      <p:sp>
        <p:nvSpPr>
          <p:cNvPr id="10248" name="Text Box 8"/>
          <p:cNvSpPr txBox="1">
            <a:spLocks noChangeArrowheads="1"/>
          </p:cNvSpPr>
          <p:nvPr/>
        </p:nvSpPr>
        <p:spPr bwMode="auto">
          <a:xfrm>
            <a:off x="2239567" y="1016794"/>
            <a:ext cx="1847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a:solidFill>
                  <a:schemeClr val="tx1"/>
                </a:solidFill>
                <a:latin typeface="Arial" charset="0"/>
                <a:ea typeface="ＭＳ Ｐゴシック" charset="0"/>
              </a:defRPr>
            </a:lvl1pPr>
            <a:lvl2pPr marL="571500">
              <a:defRPr>
                <a:solidFill>
                  <a:schemeClr val="tx1"/>
                </a:solidFill>
                <a:latin typeface="Arial" charset="0"/>
                <a:ea typeface="ＭＳ Ｐゴシック" charset="0"/>
              </a:defRPr>
            </a:lvl2pPr>
            <a:lvl3pPr marL="1143000">
              <a:defRPr>
                <a:solidFill>
                  <a:schemeClr val="tx1"/>
                </a:solidFill>
                <a:latin typeface="Arial" charset="0"/>
                <a:ea typeface="ＭＳ Ｐゴシック" charset="0"/>
              </a:defRPr>
            </a:lvl3pPr>
            <a:lvl4pPr marL="1714500">
              <a:defRPr>
                <a:solidFill>
                  <a:schemeClr val="tx1"/>
                </a:solidFill>
                <a:latin typeface="Arial" charset="0"/>
                <a:ea typeface="ＭＳ Ｐゴシック" charset="0"/>
              </a:defRPr>
            </a:lvl4pPr>
            <a:lvl5pPr marL="2286000">
              <a:defRPr>
                <a:solidFill>
                  <a:schemeClr val="tx1"/>
                </a:solidFill>
                <a:latin typeface="Arial" charset="0"/>
                <a:ea typeface="ＭＳ Ｐゴシック" charset="0"/>
              </a:defRPr>
            </a:lvl5pPr>
            <a:lvl6pPr marL="2743200" fontAlgn="base">
              <a:spcBef>
                <a:spcPct val="0"/>
              </a:spcBef>
              <a:spcAft>
                <a:spcPct val="0"/>
              </a:spcAft>
              <a:defRPr>
                <a:solidFill>
                  <a:schemeClr val="tx1"/>
                </a:solidFill>
                <a:latin typeface="Arial" charset="0"/>
                <a:ea typeface="ＭＳ Ｐゴシック" charset="0"/>
              </a:defRPr>
            </a:lvl6pPr>
            <a:lvl7pPr marL="3200400" fontAlgn="base">
              <a:spcBef>
                <a:spcPct val="0"/>
              </a:spcBef>
              <a:spcAft>
                <a:spcPct val="0"/>
              </a:spcAft>
              <a:defRPr>
                <a:solidFill>
                  <a:schemeClr val="tx1"/>
                </a:solidFill>
                <a:latin typeface="Arial" charset="0"/>
                <a:ea typeface="ＭＳ Ｐゴシック" charset="0"/>
              </a:defRPr>
            </a:lvl7pPr>
            <a:lvl8pPr marL="3657600" fontAlgn="base">
              <a:spcBef>
                <a:spcPct val="0"/>
              </a:spcBef>
              <a:spcAft>
                <a:spcPct val="0"/>
              </a:spcAft>
              <a:defRPr>
                <a:solidFill>
                  <a:schemeClr val="tx1"/>
                </a:solidFill>
                <a:latin typeface="Arial" charset="0"/>
                <a:ea typeface="ＭＳ Ｐゴシック" charset="0"/>
              </a:defRPr>
            </a:lvl8pPr>
            <a:lvl9pPr marL="4114800" fontAlgn="base">
              <a:spcBef>
                <a:spcPct val="0"/>
              </a:spcBef>
              <a:spcAft>
                <a:spcPct val="0"/>
              </a:spcAft>
              <a:defRPr>
                <a:solidFill>
                  <a:schemeClr val="tx1"/>
                </a:solidFill>
                <a:latin typeface="Arial" charset="0"/>
                <a:ea typeface="ＭＳ Ｐゴシック" charset="0"/>
              </a:defRPr>
            </a:lvl9pPr>
          </a:lstStyle>
          <a:p>
            <a:pPr eaLnBrk="0" hangingPunct="0"/>
            <a:endParaRPr lang="en-US" sz="1200" b="1">
              <a:latin typeface="Liberation Sans"/>
            </a:endParaRPr>
          </a:p>
        </p:txBody>
      </p:sp>
      <p:sp>
        <p:nvSpPr>
          <p:cNvPr id="10249" name="Rectangle 9"/>
          <p:cNvSpPr>
            <a:spLocks noChangeArrowheads="1"/>
          </p:cNvSpPr>
          <p:nvPr/>
        </p:nvSpPr>
        <p:spPr bwMode="auto">
          <a:xfrm>
            <a:off x="2178844" y="1221581"/>
            <a:ext cx="4854179" cy="365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67866" tIns="33338" rIns="67866" bIns="33338"/>
          <a:lstStyle/>
          <a:p>
            <a:pPr marL="266700" indent="-266700" eaLnBrk="0" hangingPunct="0">
              <a:spcBef>
                <a:spcPts val="450"/>
              </a:spcBef>
              <a:buFontTx/>
              <a:buChar char="•"/>
            </a:pPr>
            <a:endParaRPr lang="en-GB" sz="2100" dirty="0">
              <a:latin typeface="Liberation Sans"/>
            </a:endParaRPr>
          </a:p>
        </p:txBody>
      </p:sp>
    </p:spTree>
    <p:extLst>
      <p:ext uri="{BB962C8B-B14F-4D97-AF65-F5344CB8AC3E}">
        <p14:creationId xmlns:p14="http://schemas.microsoft.com/office/powerpoint/2010/main" val="3039248742"/>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70" name="Rectangle 6"/>
          <p:cNvSpPr>
            <a:spLocks noGrp="1" noChangeArrowheads="1"/>
          </p:cNvSpPr>
          <p:nvPr>
            <p:ph type="title"/>
          </p:nvPr>
        </p:nvSpPr>
        <p:spPr/>
        <p:txBody>
          <a:bodyPr/>
          <a:lstStyle/>
          <a:p>
            <a:r>
              <a:rPr lang="en-US"/>
              <a:t>What is a prototype?</a:t>
            </a:r>
            <a:endParaRPr lang="en-US" dirty="0"/>
          </a:p>
        </p:txBody>
      </p:sp>
      <p:sp>
        <p:nvSpPr>
          <p:cNvPr id="11271" name="Rectangle 7"/>
          <p:cNvSpPr>
            <a:spLocks noGrp="1" noChangeArrowheads="1"/>
          </p:cNvSpPr>
          <p:nvPr>
            <p:ph sz="half" idx="1"/>
          </p:nvPr>
        </p:nvSpPr>
        <p:spPr/>
        <p:txBody>
          <a:bodyPr/>
          <a:lstStyle/>
          <a:p>
            <a:endParaRPr lang="en-US"/>
          </a:p>
          <a:p>
            <a:endParaRPr lang="en-US" dirty="0"/>
          </a:p>
        </p:txBody>
      </p:sp>
      <p:sp>
        <p:nvSpPr>
          <p:cNvPr id="11266" name="Rectangle 2"/>
          <p:cNvSpPr>
            <a:spLocks noChangeArrowheads="1"/>
          </p:cNvSpPr>
          <p:nvPr/>
        </p:nvSpPr>
        <p:spPr bwMode="auto">
          <a:xfrm>
            <a:off x="1670447" y="4686300"/>
            <a:ext cx="1423988"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1350">
              <a:latin typeface="Liberation Sans"/>
            </a:endParaRPr>
          </a:p>
        </p:txBody>
      </p:sp>
      <p:sp>
        <p:nvSpPr>
          <p:cNvPr id="11267" name="Rectangle 3"/>
          <p:cNvSpPr>
            <a:spLocks noChangeArrowheads="1"/>
          </p:cNvSpPr>
          <p:nvPr/>
        </p:nvSpPr>
        <p:spPr bwMode="auto">
          <a:xfrm>
            <a:off x="3517106" y="4686300"/>
            <a:ext cx="2109788"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1350">
              <a:latin typeface="Liberation Sans"/>
            </a:endParaRPr>
          </a:p>
        </p:txBody>
      </p:sp>
      <p:sp>
        <p:nvSpPr>
          <p:cNvPr id="11268" name="Rectangle 4"/>
          <p:cNvSpPr>
            <a:spLocks noChangeArrowheads="1"/>
          </p:cNvSpPr>
          <p:nvPr/>
        </p:nvSpPr>
        <p:spPr bwMode="auto">
          <a:xfrm>
            <a:off x="1670447" y="4686300"/>
            <a:ext cx="1423988"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1350">
              <a:latin typeface="Liberation Sans"/>
            </a:endParaRPr>
          </a:p>
        </p:txBody>
      </p:sp>
      <p:sp>
        <p:nvSpPr>
          <p:cNvPr id="11269" name="Rectangle 5"/>
          <p:cNvSpPr>
            <a:spLocks noChangeArrowheads="1"/>
          </p:cNvSpPr>
          <p:nvPr/>
        </p:nvSpPr>
        <p:spPr bwMode="auto">
          <a:xfrm>
            <a:off x="3517106" y="4686300"/>
            <a:ext cx="2109788"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1350">
              <a:latin typeface="Liberation Sans"/>
            </a:endParaRPr>
          </a:p>
        </p:txBody>
      </p:sp>
      <p:sp>
        <p:nvSpPr>
          <p:cNvPr id="11272" name="Rectangle 8"/>
          <p:cNvSpPr>
            <a:spLocks noChangeArrowheads="1"/>
          </p:cNvSpPr>
          <p:nvPr/>
        </p:nvSpPr>
        <p:spPr bwMode="auto">
          <a:xfrm>
            <a:off x="719921" y="1234429"/>
            <a:ext cx="6013847" cy="3086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67866" tIns="33338" rIns="67866" bIns="33338"/>
          <a:lstStyle/>
          <a:p>
            <a:pPr eaLnBrk="0" hangingPunct="0">
              <a:spcBef>
                <a:spcPts val="450"/>
              </a:spcBef>
            </a:pPr>
            <a:r>
              <a:rPr lang="en-GB" sz="1350" dirty="0"/>
              <a:t>In other design fields a prototype is a small-scale</a:t>
            </a:r>
            <a:r>
              <a:rPr lang="en-GB" sz="1350" b="1" dirty="0"/>
              <a:t> </a:t>
            </a:r>
            <a:r>
              <a:rPr lang="en-GB" sz="1350" dirty="0"/>
              <a:t>model:</a:t>
            </a:r>
          </a:p>
          <a:p>
            <a:pPr eaLnBrk="0" hangingPunct="0">
              <a:spcBef>
                <a:spcPts val="450"/>
              </a:spcBef>
            </a:pPr>
            <a:endParaRPr lang="en-GB" sz="1350" dirty="0"/>
          </a:p>
          <a:p>
            <a:pPr marL="470297" lvl="1" indent="-203597" eaLnBrk="0" hangingPunct="0">
              <a:spcBef>
                <a:spcPts val="450"/>
              </a:spcBef>
              <a:buFontTx/>
              <a:buChar char="•"/>
            </a:pPr>
            <a:r>
              <a:rPr lang="en-GB" sz="1350" dirty="0"/>
              <a:t>a miniature car</a:t>
            </a:r>
          </a:p>
          <a:p>
            <a:pPr marL="470297" lvl="1" indent="-203597" eaLnBrk="0" hangingPunct="0">
              <a:spcBef>
                <a:spcPts val="450"/>
              </a:spcBef>
              <a:buFontTx/>
              <a:buChar char="•"/>
            </a:pPr>
            <a:r>
              <a:rPr lang="en-GB" sz="1350" dirty="0"/>
              <a:t>a miniature building or town</a:t>
            </a:r>
          </a:p>
          <a:p>
            <a:pPr marL="470297" lvl="1" indent="-203597" eaLnBrk="0" hangingPunct="0">
              <a:spcBef>
                <a:spcPts val="450"/>
              </a:spcBef>
              <a:buFontTx/>
              <a:buChar char="•"/>
            </a:pPr>
            <a:r>
              <a:rPr lang="en-GB" sz="1350" dirty="0"/>
              <a:t>the examples here come </a:t>
            </a:r>
            <a:br>
              <a:rPr lang="en-GB" sz="1350" dirty="0"/>
            </a:br>
            <a:r>
              <a:rPr lang="en-GB" sz="1350" dirty="0"/>
              <a:t>from a 3D printer</a:t>
            </a:r>
            <a:br>
              <a:rPr lang="en-GB" sz="2100" dirty="0">
                <a:solidFill>
                  <a:schemeClr val="accent6">
                    <a:lumMod val="75000"/>
                  </a:schemeClr>
                </a:solidFill>
              </a:rPr>
            </a:br>
            <a:r>
              <a:rPr lang="en-GB" sz="2100" dirty="0">
                <a:solidFill>
                  <a:schemeClr val="accent6">
                    <a:lumMod val="75000"/>
                  </a:schemeClr>
                </a:solidFill>
              </a:rPr>
              <a:t>	</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76157" y="1353483"/>
            <a:ext cx="1861430" cy="28825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77531" y="4064539"/>
            <a:ext cx="5064919" cy="1714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2"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33525" y="4235989"/>
            <a:ext cx="4093369" cy="15001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3"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79581" y="4386008"/>
            <a:ext cx="3607594" cy="1643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5" name="Footer Placeholder 3"/>
          <p:cNvSpPr txBox="1">
            <a:spLocks/>
          </p:cNvSpPr>
          <p:nvPr/>
        </p:nvSpPr>
        <p:spPr>
          <a:xfrm>
            <a:off x="1143000" y="4767263"/>
            <a:ext cx="2171700" cy="273844"/>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GB" sz="750">
                <a:solidFill>
                  <a:schemeClr val="accent6">
                    <a:lumMod val="75000"/>
                  </a:schemeClr>
                </a:solidFill>
                <a:latin typeface="Liberation Sans"/>
              </a:rPr>
              <a:t>www.id-book.com</a:t>
            </a:r>
            <a:endParaRPr lang="en-GB" sz="750" dirty="0">
              <a:solidFill>
                <a:schemeClr val="accent6">
                  <a:lumMod val="75000"/>
                </a:schemeClr>
              </a:solidFill>
              <a:latin typeface="Liberation Sans"/>
            </a:endParaRPr>
          </a:p>
        </p:txBody>
      </p:sp>
    </p:spTree>
    <p:extLst>
      <p:ext uri="{BB962C8B-B14F-4D97-AF65-F5344CB8AC3E}">
        <p14:creationId xmlns:p14="http://schemas.microsoft.com/office/powerpoint/2010/main" val="620440997"/>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4" name="Rectangle 6"/>
          <p:cNvSpPr>
            <a:spLocks noGrp="1" noChangeArrowheads="1"/>
          </p:cNvSpPr>
          <p:nvPr>
            <p:ph type="title"/>
          </p:nvPr>
        </p:nvSpPr>
        <p:spPr/>
        <p:txBody>
          <a:bodyPr/>
          <a:lstStyle/>
          <a:p>
            <a:r>
              <a:rPr lang="en-US"/>
              <a:t>What is a prototype?</a:t>
            </a:r>
            <a:endParaRPr lang="en-US" dirty="0"/>
          </a:p>
        </p:txBody>
      </p:sp>
      <p:sp>
        <p:nvSpPr>
          <p:cNvPr id="12295" name="Rectangle 7"/>
          <p:cNvSpPr>
            <a:spLocks noGrp="1" noChangeArrowheads="1"/>
          </p:cNvSpPr>
          <p:nvPr>
            <p:ph sz="half" idx="1"/>
          </p:nvPr>
        </p:nvSpPr>
        <p:spPr/>
        <p:txBody>
          <a:bodyPr>
            <a:normAutofit/>
          </a:bodyPr>
          <a:lstStyle/>
          <a:p>
            <a:r>
              <a:rPr lang="en-GB" dirty="0"/>
              <a:t>In interaction design it can be (among other things):</a:t>
            </a:r>
          </a:p>
          <a:p>
            <a:pPr lvl="1"/>
            <a:r>
              <a:rPr lang="en-GB" dirty="0"/>
              <a:t>a series of screen sketches</a:t>
            </a:r>
          </a:p>
          <a:p>
            <a:pPr lvl="1"/>
            <a:r>
              <a:rPr lang="en-GB" dirty="0"/>
              <a:t>a storyboard, i.e. a cartoon-like series of scenes </a:t>
            </a:r>
          </a:p>
          <a:p>
            <a:pPr lvl="1"/>
            <a:r>
              <a:rPr lang="en-GB" dirty="0"/>
              <a:t>a PowerPoint slide show</a:t>
            </a:r>
          </a:p>
          <a:p>
            <a:pPr lvl="1"/>
            <a:r>
              <a:rPr lang="en-GB" dirty="0"/>
              <a:t>a video simulating the use of a system</a:t>
            </a:r>
          </a:p>
          <a:p>
            <a:pPr lvl="1"/>
            <a:r>
              <a:rPr lang="en-GB" dirty="0"/>
              <a:t>a lump of wood (e.g. </a:t>
            </a:r>
            <a:r>
              <a:rPr lang="en-GB" dirty="0" err="1"/>
              <a:t>PalmPilot</a:t>
            </a:r>
            <a:r>
              <a:rPr lang="en-GB" dirty="0"/>
              <a:t>)</a:t>
            </a:r>
          </a:p>
          <a:p>
            <a:pPr lvl="1"/>
            <a:r>
              <a:rPr lang="en-GB" dirty="0"/>
              <a:t>a cardboard mock-up</a:t>
            </a:r>
          </a:p>
          <a:p>
            <a:pPr lvl="1"/>
            <a:r>
              <a:rPr lang="en-GB" dirty="0"/>
              <a:t>a piece of software with limited functionality written in the target language or in another language</a:t>
            </a:r>
          </a:p>
          <a:p>
            <a:endParaRPr lang="en-US" dirty="0"/>
          </a:p>
          <a:p>
            <a:endParaRPr lang="en-US" dirty="0"/>
          </a:p>
        </p:txBody>
      </p:sp>
      <p:sp>
        <p:nvSpPr>
          <p:cNvPr id="12290" name="Rectangle 2"/>
          <p:cNvSpPr>
            <a:spLocks noChangeArrowheads="1"/>
          </p:cNvSpPr>
          <p:nvPr/>
        </p:nvSpPr>
        <p:spPr bwMode="auto">
          <a:xfrm>
            <a:off x="1670447" y="4686300"/>
            <a:ext cx="1423988"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1350">
              <a:latin typeface="Liberation Sans"/>
            </a:endParaRPr>
          </a:p>
        </p:txBody>
      </p:sp>
      <p:sp>
        <p:nvSpPr>
          <p:cNvPr id="12291" name="Rectangle 3"/>
          <p:cNvSpPr>
            <a:spLocks noChangeArrowheads="1"/>
          </p:cNvSpPr>
          <p:nvPr/>
        </p:nvSpPr>
        <p:spPr bwMode="auto">
          <a:xfrm>
            <a:off x="3517106" y="4686300"/>
            <a:ext cx="2109788"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1350">
              <a:latin typeface="Liberation Sans"/>
            </a:endParaRPr>
          </a:p>
        </p:txBody>
      </p:sp>
      <p:sp>
        <p:nvSpPr>
          <p:cNvPr id="12292" name="Rectangle 4"/>
          <p:cNvSpPr>
            <a:spLocks noChangeArrowheads="1"/>
          </p:cNvSpPr>
          <p:nvPr/>
        </p:nvSpPr>
        <p:spPr bwMode="auto">
          <a:xfrm>
            <a:off x="1670447" y="4686300"/>
            <a:ext cx="1423988"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1350">
              <a:latin typeface="Liberation Sans"/>
            </a:endParaRPr>
          </a:p>
        </p:txBody>
      </p:sp>
      <p:sp>
        <p:nvSpPr>
          <p:cNvPr id="12293" name="Rectangle 5"/>
          <p:cNvSpPr>
            <a:spLocks noChangeArrowheads="1"/>
          </p:cNvSpPr>
          <p:nvPr/>
        </p:nvSpPr>
        <p:spPr bwMode="auto">
          <a:xfrm>
            <a:off x="3517106" y="4686300"/>
            <a:ext cx="2109788"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1350">
              <a:latin typeface="Liberation Sans"/>
            </a:endParaRPr>
          </a:p>
        </p:txBody>
      </p:sp>
      <p:sp>
        <p:nvSpPr>
          <p:cNvPr id="12296" name="Rectangle 8"/>
          <p:cNvSpPr>
            <a:spLocks noChangeArrowheads="1"/>
          </p:cNvSpPr>
          <p:nvPr/>
        </p:nvSpPr>
        <p:spPr bwMode="auto">
          <a:xfrm>
            <a:off x="1459706" y="951570"/>
            <a:ext cx="6435329" cy="3086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67866" tIns="33338" rIns="67866" bIns="33338"/>
          <a:lstStyle/>
          <a:p>
            <a:pPr eaLnBrk="0" hangingPunct="0">
              <a:spcBef>
                <a:spcPts val="450"/>
              </a:spcBef>
              <a:buFontTx/>
              <a:buChar char="•"/>
            </a:pPr>
            <a:endParaRPr lang="en-GB" dirty="0">
              <a:latin typeface="Liberation Sans"/>
            </a:endParaRPr>
          </a:p>
          <a:p>
            <a:pPr eaLnBrk="0" hangingPunct="0">
              <a:spcBef>
                <a:spcPts val="450"/>
              </a:spcBef>
              <a:buFontTx/>
              <a:buChar char="•"/>
            </a:pPr>
            <a:endParaRPr lang="en-GB" dirty="0">
              <a:latin typeface="Liberation Sans"/>
            </a:endParaRPr>
          </a:p>
        </p:txBody>
      </p:sp>
      <p:sp>
        <p:nvSpPr>
          <p:cNvPr id="15" name="Footer Placeholder 3"/>
          <p:cNvSpPr txBox="1">
            <a:spLocks/>
          </p:cNvSpPr>
          <p:nvPr/>
        </p:nvSpPr>
        <p:spPr>
          <a:xfrm>
            <a:off x="1143000" y="4767263"/>
            <a:ext cx="2171700" cy="273844"/>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GB" sz="750">
                <a:solidFill>
                  <a:schemeClr val="accent6">
                    <a:lumMod val="75000"/>
                  </a:schemeClr>
                </a:solidFill>
                <a:latin typeface="Liberation Sans"/>
              </a:rPr>
              <a:t>www.id-book.com</a:t>
            </a:r>
            <a:endParaRPr lang="en-GB" sz="750" dirty="0">
              <a:solidFill>
                <a:schemeClr val="accent6">
                  <a:lumMod val="75000"/>
                </a:schemeClr>
              </a:solidFill>
              <a:latin typeface="Liberation Sans"/>
            </a:endParaRPr>
          </a:p>
        </p:txBody>
      </p:sp>
    </p:spTree>
    <p:extLst>
      <p:ext uri="{BB962C8B-B14F-4D97-AF65-F5344CB8AC3E}">
        <p14:creationId xmlns:p14="http://schemas.microsoft.com/office/powerpoint/2010/main" val="2105859109"/>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8" name="Rectangle 6"/>
          <p:cNvSpPr>
            <a:spLocks noGrp="1" noChangeArrowheads="1"/>
          </p:cNvSpPr>
          <p:nvPr>
            <p:ph type="title"/>
          </p:nvPr>
        </p:nvSpPr>
        <p:spPr/>
        <p:txBody>
          <a:bodyPr/>
          <a:lstStyle/>
          <a:p>
            <a:r>
              <a:rPr lang="en-US"/>
              <a:t>Why prototype?</a:t>
            </a:r>
          </a:p>
        </p:txBody>
      </p:sp>
      <p:graphicFrame>
        <p:nvGraphicFramePr>
          <p:cNvPr id="2" name="Content Placeholder 1">
            <a:extLst>
              <a:ext uri="{FF2B5EF4-FFF2-40B4-BE49-F238E27FC236}">
                <a16:creationId xmlns:a16="http://schemas.microsoft.com/office/drawing/2014/main" id="{75F371B4-9215-884E-9B7D-7268FC014B6D}"/>
              </a:ext>
            </a:extLst>
          </p:cNvPr>
          <p:cNvGraphicFramePr>
            <a:graphicFrameLocks noGrp="1"/>
          </p:cNvGraphicFramePr>
          <p:nvPr>
            <p:ph sz="half" idx="1"/>
            <p:extLst>
              <p:ext uri="{D42A27DB-BD31-4B8C-83A1-F6EECF244321}">
                <p14:modId xmlns:p14="http://schemas.microsoft.com/office/powerpoint/2010/main" val="1799574350"/>
              </p:ext>
            </p:extLst>
          </p:nvPr>
        </p:nvGraphicFramePr>
        <p:xfrm>
          <a:off x="457200" y="1329141"/>
          <a:ext cx="7279974" cy="336715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3314" name="Rectangle 2"/>
          <p:cNvSpPr>
            <a:spLocks noChangeArrowheads="1"/>
          </p:cNvSpPr>
          <p:nvPr/>
        </p:nvSpPr>
        <p:spPr bwMode="auto">
          <a:xfrm>
            <a:off x="1670447" y="4686300"/>
            <a:ext cx="1423988"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1350">
              <a:latin typeface="Liberation Sans"/>
            </a:endParaRPr>
          </a:p>
        </p:txBody>
      </p:sp>
      <p:sp>
        <p:nvSpPr>
          <p:cNvPr id="13315" name="Rectangle 3"/>
          <p:cNvSpPr>
            <a:spLocks noChangeArrowheads="1"/>
          </p:cNvSpPr>
          <p:nvPr/>
        </p:nvSpPr>
        <p:spPr bwMode="auto">
          <a:xfrm>
            <a:off x="3517106" y="4686300"/>
            <a:ext cx="2109788"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1350">
              <a:latin typeface="Liberation Sans"/>
            </a:endParaRPr>
          </a:p>
        </p:txBody>
      </p:sp>
      <p:sp>
        <p:nvSpPr>
          <p:cNvPr id="13316" name="Rectangle 4"/>
          <p:cNvSpPr>
            <a:spLocks noChangeArrowheads="1"/>
          </p:cNvSpPr>
          <p:nvPr/>
        </p:nvSpPr>
        <p:spPr bwMode="auto">
          <a:xfrm>
            <a:off x="1670447" y="4686300"/>
            <a:ext cx="1423988"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1350">
              <a:latin typeface="Liberation Sans"/>
            </a:endParaRPr>
          </a:p>
        </p:txBody>
      </p:sp>
      <p:sp>
        <p:nvSpPr>
          <p:cNvPr id="13317" name="Rectangle 5"/>
          <p:cNvSpPr>
            <a:spLocks noChangeArrowheads="1"/>
          </p:cNvSpPr>
          <p:nvPr/>
        </p:nvSpPr>
        <p:spPr bwMode="auto">
          <a:xfrm>
            <a:off x="3517106" y="4686300"/>
            <a:ext cx="2109788"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1350">
              <a:latin typeface="Liberation Sans"/>
            </a:endParaRPr>
          </a:p>
        </p:txBody>
      </p:sp>
      <p:sp>
        <p:nvSpPr>
          <p:cNvPr id="13320" name="Rectangle 8"/>
          <p:cNvSpPr>
            <a:spLocks noChangeArrowheads="1"/>
          </p:cNvSpPr>
          <p:nvPr/>
        </p:nvSpPr>
        <p:spPr bwMode="auto">
          <a:xfrm>
            <a:off x="1466339" y="1005576"/>
            <a:ext cx="6276975" cy="3086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67866" tIns="33338" rIns="67866" bIns="33338"/>
          <a:lstStyle/>
          <a:p>
            <a:pPr marL="266700" indent="-203597" eaLnBrk="0" hangingPunct="0">
              <a:spcBef>
                <a:spcPts val="450"/>
              </a:spcBef>
              <a:buFontTx/>
              <a:buChar char="•"/>
            </a:pPr>
            <a:endParaRPr lang="en-US" dirty="0">
              <a:solidFill>
                <a:srgbClr val="7030A0"/>
              </a:solidFill>
              <a:latin typeface="Liberation Sans"/>
            </a:endParaRPr>
          </a:p>
        </p:txBody>
      </p:sp>
      <p:sp>
        <p:nvSpPr>
          <p:cNvPr id="11" name="Footer Placeholder 3"/>
          <p:cNvSpPr txBox="1">
            <a:spLocks/>
          </p:cNvSpPr>
          <p:nvPr/>
        </p:nvSpPr>
        <p:spPr>
          <a:xfrm>
            <a:off x="1143000" y="4767263"/>
            <a:ext cx="2171700" cy="273844"/>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GB" sz="750" dirty="0">
                <a:solidFill>
                  <a:schemeClr val="accent6">
                    <a:lumMod val="75000"/>
                  </a:schemeClr>
                </a:solidFill>
                <a:latin typeface="Liberation Sans"/>
              </a:rPr>
              <a:t>www.id-book.com</a:t>
            </a:r>
          </a:p>
        </p:txBody>
      </p:sp>
    </p:spTree>
    <p:extLst>
      <p:ext uri="{BB962C8B-B14F-4D97-AF65-F5344CB8AC3E}">
        <p14:creationId xmlns:p14="http://schemas.microsoft.com/office/powerpoint/2010/main" val="2024505879"/>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7" name="Rectangle 7"/>
          <p:cNvSpPr>
            <a:spLocks noGrp="1" noChangeArrowheads="1"/>
          </p:cNvSpPr>
          <p:nvPr>
            <p:ph sz="quarter" idx="13"/>
          </p:nvPr>
        </p:nvSpPr>
        <p:spPr/>
        <p:txBody>
          <a:bodyPr/>
          <a:lstStyle/>
          <a:p>
            <a:r>
              <a:rPr lang="en-US"/>
              <a:t>What to prototype?</a:t>
            </a:r>
            <a:endParaRPr lang="en-US" dirty="0"/>
          </a:p>
        </p:txBody>
      </p:sp>
      <p:sp>
        <p:nvSpPr>
          <p:cNvPr id="7" name="Content Placeholder 6"/>
          <p:cNvSpPr>
            <a:spLocks noGrp="1"/>
          </p:cNvSpPr>
          <p:nvPr>
            <p:ph sz="quarter" idx="14"/>
          </p:nvPr>
        </p:nvSpPr>
        <p:spPr/>
        <p:txBody>
          <a:bodyPr/>
          <a:lstStyle/>
          <a:p>
            <a:pPr indent="-214313"/>
            <a:r>
              <a:rPr lang="en-GB" dirty="0"/>
              <a:t>Technical issues</a:t>
            </a:r>
          </a:p>
          <a:p>
            <a:pPr indent="-214313"/>
            <a:r>
              <a:rPr lang="en-GB" dirty="0"/>
              <a:t>Work flow, task design</a:t>
            </a:r>
          </a:p>
          <a:p>
            <a:pPr indent="-214313"/>
            <a:r>
              <a:rPr lang="en-GB" dirty="0"/>
              <a:t>Screen layouts and information display</a:t>
            </a:r>
          </a:p>
          <a:p>
            <a:pPr indent="-214313"/>
            <a:r>
              <a:rPr lang="en-GB" dirty="0"/>
              <a:t>Difficult, controversial, critical areas</a:t>
            </a:r>
          </a:p>
          <a:p>
            <a:endParaRPr lang="en-AU" dirty="0"/>
          </a:p>
        </p:txBody>
      </p:sp>
      <p:sp>
        <p:nvSpPr>
          <p:cNvPr id="56322" name="Rectangle 2"/>
          <p:cNvSpPr>
            <a:spLocks noChangeArrowheads="1"/>
          </p:cNvSpPr>
          <p:nvPr/>
        </p:nvSpPr>
        <p:spPr bwMode="auto">
          <a:xfrm>
            <a:off x="1670447" y="4686300"/>
            <a:ext cx="1423988"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1350">
              <a:latin typeface="Liberation Sans"/>
            </a:endParaRPr>
          </a:p>
        </p:txBody>
      </p:sp>
      <p:sp>
        <p:nvSpPr>
          <p:cNvPr id="56323" name="Rectangle 3"/>
          <p:cNvSpPr>
            <a:spLocks noChangeArrowheads="1"/>
          </p:cNvSpPr>
          <p:nvPr/>
        </p:nvSpPr>
        <p:spPr bwMode="auto">
          <a:xfrm>
            <a:off x="3517106" y="4686300"/>
            <a:ext cx="2109788"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1350">
              <a:latin typeface="Liberation Sans"/>
            </a:endParaRPr>
          </a:p>
        </p:txBody>
      </p:sp>
      <p:sp>
        <p:nvSpPr>
          <p:cNvPr id="56324" name="Rectangle 4"/>
          <p:cNvSpPr>
            <a:spLocks noChangeArrowheads="1"/>
          </p:cNvSpPr>
          <p:nvPr/>
        </p:nvSpPr>
        <p:spPr bwMode="auto">
          <a:xfrm>
            <a:off x="1670447" y="4686300"/>
            <a:ext cx="1423988"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1350">
              <a:latin typeface="Liberation Sans"/>
            </a:endParaRPr>
          </a:p>
        </p:txBody>
      </p:sp>
      <p:sp>
        <p:nvSpPr>
          <p:cNvPr id="56325" name="Rectangle 5"/>
          <p:cNvSpPr>
            <a:spLocks noChangeArrowheads="1"/>
          </p:cNvSpPr>
          <p:nvPr/>
        </p:nvSpPr>
        <p:spPr bwMode="auto">
          <a:xfrm>
            <a:off x="3517106" y="4686300"/>
            <a:ext cx="2109788"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1350">
              <a:latin typeface="Liberation Sans"/>
            </a:endParaRPr>
          </a:p>
        </p:txBody>
      </p:sp>
      <p:sp>
        <p:nvSpPr>
          <p:cNvPr id="11" name="Footer Placeholder 3"/>
          <p:cNvSpPr txBox="1">
            <a:spLocks/>
          </p:cNvSpPr>
          <p:nvPr/>
        </p:nvSpPr>
        <p:spPr>
          <a:xfrm>
            <a:off x="1143000" y="4767263"/>
            <a:ext cx="2171700" cy="273844"/>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GB" sz="750" dirty="0">
                <a:solidFill>
                  <a:schemeClr val="accent6">
                    <a:lumMod val="75000"/>
                  </a:schemeClr>
                </a:solidFill>
                <a:latin typeface="Liberation Sans"/>
              </a:rPr>
              <a:t>www.id-book.com</a:t>
            </a:r>
          </a:p>
        </p:txBody>
      </p:sp>
    </p:spTree>
    <p:custDataLst>
      <p:tags r:id="rId1"/>
    </p:custDataLst>
    <p:extLst>
      <p:ext uri="{BB962C8B-B14F-4D97-AF65-F5344CB8AC3E}">
        <p14:creationId xmlns:p14="http://schemas.microsoft.com/office/powerpoint/2010/main" val="45075981"/>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8" name="Rectangle 6"/>
          <p:cNvSpPr>
            <a:spLocks noGrp="1" noChangeArrowheads="1"/>
          </p:cNvSpPr>
          <p:nvPr>
            <p:ph type="title"/>
          </p:nvPr>
        </p:nvSpPr>
        <p:spPr/>
        <p:txBody>
          <a:bodyPr/>
          <a:lstStyle/>
          <a:p>
            <a:r>
              <a:rPr lang="en-US"/>
              <a:t>Conceptual design</a:t>
            </a:r>
            <a:endParaRPr lang="en-US" dirty="0"/>
          </a:p>
        </p:txBody>
      </p:sp>
      <p:sp>
        <p:nvSpPr>
          <p:cNvPr id="2" name="Content Placeholder 1"/>
          <p:cNvSpPr>
            <a:spLocks noGrp="1"/>
          </p:cNvSpPr>
          <p:nvPr>
            <p:ph sz="half" idx="1"/>
          </p:nvPr>
        </p:nvSpPr>
        <p:spPr/>
        <p:txBody>
          <a:bodyPr/>
          <a:lstStyle/>
          <a:p>
            <a:r>
              <a:rPr lang="en-GB" dirty="0"/>
              <a:t>Transform user requirements/needs into a conceptual model </a:t>
            </a:r>
          </a:p>
          <a:p>
            <a:r>
              <a:rPr lang="en-GB" altLang="ja-JP" dirty="0"/>
              <a:t>A conceptual model is an outline of what people can do with a product and what concepts are needed to understand and interact with it</a:t>
            </a:r>
            <a:endParaRPr lang="en-GB" dirty="0"/>
          </a:p>
          <a:p>
            <a:r>
              <a:rPr lang="en-GB" dirty="0"/>
              <a:t>Mood board may be used to capture feel</a:t>
            </a:r>
          </a:p>
          <a:p>
            <a:r>
              <a:rPr lang="en-GB" dirty="0"/>
              <a:t>Consider alternatives: prototyping helps</a:t>
            </a:r>
            <a:endParaRPr lang="en-US" dirty="0"/>
          </a:p>
          <a:p>
            <a:endParaRPr lang="en-US" dirty="0"/>
          </a:p>
        </p:txBody>
      </p:sp>
      <p:sp>
        <p:nvSpPr>
          <p:cNvPr id="9" name="Footer Placeholder 3"/>
          <p:cNvSpPr>
            <a:spLocks noGrp="1"/>
          </p:cNvSpPr>
          <p:nvPr>
            <p:ph type="ftr" sz="quarter" idx="4294967295"/>
          </p:nvPr>
        </p:nvSpPr>
        <p:spPr>
          <a:xfrm>
            <a:off x="1143000" y="4767263"/>
            <a:ext cx="2171700" cy="273844"/>
          </a:xfrm>
          <a:prstGeom prst="rect">
            <a:avLst/>
          </a:prstGeom>
        </p:spPr>
        <p:txBody>
          <a:bodyPr/>
          <a:lstStyle/>
          <a:p>
            <a:r>
              <a:rPr lang="en-GB" sz="750" dirty="0">
                <a:solidFill>
                  <a:schemeClr val="accent6">
                    <a:lumMod val="75000"/>
                  </a:schemeClr>
                </a:solidFill>
                <a:latin typeface="Liberation Sans"/>
              </a:rPr>
              <a:t>www.id-book.com</a:t>
            </a:r>
          </a:p>
        </p:txBody>
      </p:sp>
      <p:sp>
        <p:nvSpPr>
          <p:cNvPr id="23554" name="Rectangle 2"/>
          <p:cNvSpPr>
            <a:spLocks noChangeArrowheads="1"/>
          </p:cNvSpPr>
          <p:nvPr/>
        </p:nvSpPr>
        <p:spPr bwMode="auto">
          <a:xfrm>
            <a:off x="1670447" y="4686300"/>
            <a:ext cx="1423988"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1350">
              <a:latin typeface="Liberation Sans"/>
            </a:endParaRPr>
          </a:p>
        </p:txBody>
      </p:sp>
      <p:sp>
        <p:nvSpPr>
          <p:cNvPr id="23555" name="Rectangle 3"/>
          <p:cNvSpPr>
            <a:spLocks noChangeArrowheads="1"/>
          </p:cNvSpPr>
          <p:nvPr/>
        </p:nvSpPr>
        <p:spPr bwMode="auto">
          <a:xfrm>
            <a:off x="3517106" y="4686300"/>
            <a:ext cx="2109788"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1350">
              <a:latin typeface="Liberation Sans"/>
            </a:endParaRPr>
          </a:p>
        </p:txBody>
      </p:sp>
      <p:sp>
        <p:nvSpPr>
          <p:cNvPr id="23556" name="Rectangle 4"/>
          <p:cNvSpPr>
            <a:spLocks noChangeArrowheads="1"/>
          </p:cNvSpPr>
          <p:nvPr/>
        </p:nvSpPr>
        <p:spPr bwMode="auto">
          <a:xfrm>
            <a:off x="1670447" y="4686300"/>
            <a:ext cx="1423988"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1350">
              <a:latin typeface="Liberation Sans"/>
            </a:endParaRPr>
          </a:p>
        </p:txBody>
      </p:sp>
      <p:sp>
        <p:nvSpPr>
          <p:cNvPr id="23557" name="Rectangle 5"/>
          <p:cNvSpPr>
            <a:spLocks noChangeArrowheads="1"/>
          </p:cNvSpPr>
          <p:nvPr/>
        </p:nvSpPr>
        <p:spPr bwMode="auto">
          <a:xfrm>
            <a:off x="3517106" y="4686300"/>
            <a:ext cx="2109788"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1350">
              <a:latin typeface="Liberation Sans"/>
            </a:endParaRPr>
          </a:p>
        </p:txBody>
      </p:sp>
    </p:spTree>
    <p:extLst>
      <p:ext uri="{BB962C8B-B14F-4D97-AF65-F5344CB8AC3E}">
        <p14:creationId xmlns:p14="http://schemas.microsoft.com/office/powerpoint/2010/main" val="1664886036"/>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Concrete design</a:t>
            </a:r>
            <a:endParaRPr lang="en-US" dirty="0"/>
          </a:p>
        </p:txBody>
      </p:sp>
      <p:sp>
        <p:nvSpPr>
          <p:cNvPr id="3" name="Content Placeholder 2"/>
          <p:cNvSpPr>
            <a:spLocks noGrp="1"/>
          </p:cNvSpPr>
          <p:nvPr>
            <p:ph sz="half" idx="1"/>
          </p:nvPr>
        </p:nvSpPr>
        <p:spPr/>
        <p:txBody>
          <a:bodyPr>
            <a:normAutofit/>
          </a:bodyPr>
          <a:lstStyle/>
          <a:p>
            <a:r>
              <a:rPr lang="en-US" dirty="0"/>
              <a:t>Many aspects to concrete design</a:t>
            </a:r>
          </a:p>
          <a:p>
            <a:pPr lvl="1"/>
            <a:r>
              <a:rPr lang="en-US" dirty="0" err="1"/>
              <a:t>Colour</a:t>
            </a:r>
            <a:r>
              <a:rPr lang="en-US" dirty="0"/>
              <a:t>, icons, buttons, interaction devices etc.</a:t>
            </a:r>
          </a:p>
          <a:p>
            <a:pPr lvl="1"/>
            <a:endParaRPr lang="en-US" dirty="0"/>
          </a:p>
          <a:p>
            <a:r>
              <a:rPr lang="en-US" dirty="0"/>
              <a:t>User characteristics and context</a:t>
            </a:r>
          </a:p>
          <a:p>
            <a:pPr lvl="1"/>
            <a:r>
              <a:rPr lang="en-US" dirty="0"/>
              <a:t>Accessibility, cross-cultural design</a:t>
            </a:r>
          </a:p>
          <a:p>
            <a:pPr lvl="1"/>
            <a:endParaRPr lang="en-US" dirty="0"/>
          </a:p>
          <a:p>
            <a:r>
              <a:rPr lang="en-US" dirty="0"/>
              <a:t>Cultural website guidelines</a:t>
            </a:r>
          </a:p>
          <a:p>
            <a:pPr lvl="1"/>
            <a:r>
              <a:rPr lang="en-US" dirty="0"/>
              <a:t>successful products “are … bundles of social solutions. Inventors succeed in a particular culture because they understand the values, institutional arrangements, and economic notions of that culture.”</a:t>
            </a:r>
          </a:p>
        </p:txBody>
      </p:sp>
      <p:sp>
        <p:nvSpPr>
          <p:cNvPr id="5" name="Footer Placeholder 4"/>
          <p:cNvSpPr>
            <a:spLocks noGrp="1"/>
          </p:cNvSpPr>
          <p:nvPr>
            <p:ph type="ftr" sz="quarter" idx="4294967295"/>
          </p:nvPr>
        </p:nvSpPr>
        <p:spPr>
          <a:xfrm>
            <a:off x="1143000" y="4767263"/>
            <a:ext cx="2171700" cy="273844"/>
          </a:xfrm>
          <a:prstGeom prst="rect">
            <a:avLst/>
          </a:prstGeom>
        </p:spPr>
        <p:txBody>
          <a:bodyPr/>
          <a:lstStyle/>
          <a:p>
            <a:r>
              <a:rPr lang="en-GB" sz="750" dirty="0">
                <a:solidFill>
                  <a:schemeClr val="accent6">
                    <a:lumMod val="75000"/>
                  </a:schemeClr>
                </a:solidFill>
              </a:rPr>
              <a:t>www.id-book.com</a:t>
            </a:r>
          </a:p>
        </p:txBody>
      </p:sp>
    </p:spTree>
    <p:extLst>
      <p:ext uri="{BB962C8B-B14F-4D97-AF65-F5344CB8AC3E}">
        <p14:creationId xmlns:p14="http://schemas.microsoft.com/office/powerpoint/2010/main" val="12072010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sz="half" idx="4294967295"/>
          </p:nvPr>
        </p:nvPicPr>
        <p:blipFill>
          <a:blip r:embed="rId2">
            <a:extLst>
              <a:ext uri="{28A0092B-C50C-407E-A947-70E740481C1C}">
                <a14:useLocalDpi xmlns:a14="http://schemas.microsoft.com/office/drawing/2010/main" val="0"/>
              </a:ext>
            </a:extLst>
          </a:blip>
          <a:stretch>
            <a:fillRect/>
          </a:stretch>
        </p:blipFill>
        <p:spPr>
          <a:xfrm>
            <a:off x="1688306" y="97350"/>
            <a:ext cx="5767388" cy="4652963"/>
          </a:xfrm>
        </p:spPr>
      </p:pic>
      <p:sp>
        <p:nvSpPr>
          <p:cNvPr id="5" name="TextBox 4"/>
          <p:cNvSpPr txBox="1"/>
          <p:nvPr/>
        </p:nvSpPr>
        <p:spPr>
          <a:xfrm>
            <a:off x="1619795" y="4911635"/>
            <a:ext cx="4272323" cy="230832"/>
          </a:xfrm>
          <a:prstGeom prst="rect">
            <a:avLst/>
          </a:prstGeom>
          <a:noFill/>
        </p:spPr>
        <p:txBody>
          <a:bodyPr wrap="none" rtlCol="0">
            <a:spAutoFit/>
          </a:bodyPr>
          <a:lstStyle/>
          <a:p>
            <a:r>
              <a:rPr lang="en-AU" sz="900" dirty="0"/>
              <a:t>https://www.usability.gov/how-to-and-tools/methods/prototyping.html</a:t>
            </a:r>
          </a:p>
        </p:txBody>
      </p:sp>
    </p:spTree>
    <p:extLst>
      <p:ext uri="{BB962C8B-B14F-4D97-AF65-F5344CB8AC3E}">
        <p14:creationId xmlns:p14="http://schemas.microsoft.com/office/powerpoint/2010/main" val="959754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ircular Arrow 6">
            <a:extLst>
              <a:ext uri="{FF2B5EF4-FFF2-40B4-BE49-F238E27FC236}">
                <a16:creationId xmlns:a16="http://schemas.microsoft.com/office/drawing/2014/main" id="{7127C49E-C90C-ED4F-9A98-0C3B4BA34AEC}"/>
              </a:ext>
            </a:extLst>
          </p:cNvPr>
          <p:cNvSpPr/>
          <p:nvPr/>
        </p:nvSpPr>
        <p:spPr>
          <a:xfrm flipH="1" flipV="1">
            <a:off x="2275989" y="1830195"/>
            <a:ext cx="4734617" cy="2100781"/>
          </a:xfrm>
          <a:prstGeom prst="circularArrow">
            <a:avLst>
              <a:gd name="adj1" fmla="val 5996"/>
              <a:gd name="adj2" fmla="val 1495773"/>
              <a:gd name="adj3" fmla="val 993070"/>
              <a:gd name="adj4" fmla="val 7889068"/>
              <a:gd name="adj5" fmla="val 12500"/>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AU" sz="1350">
              <a:solidFill>
                <a:schemeClr val="tx1"/>
              </a:solidFill>
            </a:endParaRPr>
          </a:p>
        </p:txBody>
      </p:sp>
      <p:sp>
        <p:nvSpPr>
          <p:cNvPr id="2" name="Title 1"/>
          <p:cNvSpPr>
            <a:spLocks noGrp="1"/>
          </p:cNvSpPr>
          <p:nvPr>
            <p:ph type="title"/>
          </p:nvPr>
        </p:nvSpPr>
        <p:spPr/>
        <p:txBody>
          <a:bodyPr/>
          <a:lstStyle/>
          <a:p>
            <a:r>
              <a:rPr lang="en-AU" dirty="0"/>
              <a:t>Basic Process</a:t>
            </a:r>
          </a:p>
        </p:txBody>
      </p:sp>
      <p:graphicFrame>
        <p:nvGraphicFramePr>
          <p:cNvPr id="4" name="Content Placeholder 3"/>
          <p:cNvGraphicFramePr>
            <a:graphicFrameLocks noGrp="1"/>
          </p:cNvGraphicFramePr>
          <p:nvPr>
            <p:ph sz="half" idx="1"/>
            <p:extLst>
              <p:ext uri="{D42A27DB-BD31-4B8C-83A1-F6EECF244321}">
                <p14:modId xmlns:p14="http://schemas.microsoft.com/office/powerpoint/2010/main" val="2905296051"/>
              </p:ext>
            </p:extLst>
          </p:nvPr>
        </p:nvGraphicFramePr>
        <p:xfrm>
          <a:off x="1143000" y="836023"/>
          <a:ext cx="6858000" cy="38598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Circular Arrow 4"/>
          <p:cNvSpPr/>
          <p:nvPr/>
        </p:nvSpPr>
        <p:spPr>
          <a:xfrm flipH="1" flipV="1">
            <a:off x="2850046" y="2616476"/>
            <a:ext cx="1133061" cy="1133061"/>
          </a:xfrm>
          <a:prstGeom prst="circularArrow">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350">
              <a:solidFill>
                <a:schemeClr val="tx1"/>
              </a:solidFill>
            </a:endParaRPr>
          </a:p>
        </p:txBody>
      </p:sp>
      <p:sp>
        <p:nvSpPr>
          <p:cNvPr id="6" name="Circular Arrow 5"/>
          <p:cNvSpPr/>
          <p:nvPr/>
        </p:nvSpPr>
        <p:spPr>
          <a:xfrm flipH="1" flipV="1">
            <a:off x="5163379" y="2616476"/>
            <a:ext cx="1133061" cy="1133061"/>
          </a:xfrm>
          <a:prstGeom prst="circularArrow">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350">
              <a:solidFill>
                <a:schemeClr val="tx1"/>
              </a:solidFill>
            </a:endParaRPr>
          </a:p>
        </p:txBody>
      </p:sp>
    </p:spTree>
    <p:extLst>
      <p:ext uri="{BB962C8B-B14F-4D97-AF65-F5344CB8AC3E}">
        <p14:creationId xmlns:p14="http://schemas.microsoft.com/office/powerpoint/2010/main" val="2536367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graphicEl>
                                              <a:dgm id="{2A41177E-3548-43E8-9596-116493BA817F}"/>
                                            </p:graphic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graphicEl>
                                              <a:dgm id="{6248E712-3B2E-48A6-9716-9D86E96CD5E2}"/>
                                            </p:graphic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graphicEl>
                                              <a:dgm id="{C954A20D-2024-4A8B-93B0-43CAB6047928}"/>
                                            </p:graphic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graphicEl>
                                              <a:dgm id="{1D2342EE-1223-4851-A247-201840274FF5}"/>
                                            </p:graphic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graphicEl>
                                              <a:dgm id="{B602B4E8-0062-41D7-8EC1-17E048478C45}"/>
                                            </p:graphic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graphicEl>
                                              <a:dgm id="{3371A806-F11F-41EA-98B5-7EFD4CB00C40}"/>
                                            </p:graphic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graphicEl>
                                              <a:dgm id="{43DC2127-A688-4B42-BDD2-3261F67BF314}"/>
                                            </p:graphic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graphicEl>
                                              <a:dgm id="{8B8AC212-4FDF-4288-BF42-505F68FFD3D8}"/>
                                            </p:graphic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
                                            <p:graphicEl>
                                              <a:dgm id="{ACF9CF7A-5FC1-4233-9BDE-F3E47E4B4284}"/>
                                            </p:graphic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graphicEl>
                                              <a:dgm id="{BCBB0EC8-7F1F-4E68-95B0-8A1678F59CB4}"/>
                                            </p:graphic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
                                            <p:graphicEl>
                                              <a:dgm id="{39B75BB6-A184-46C3-9D2F-B0D1DEFDC059}"/>
                                            </p:graphic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
                                            <p:graphicEl>
                                              <a:dgm id="{EE457BAF-3C9B-48E2-BD2B-9360669EC27F}"/>
                                            </p:graphic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
                                            <p:graphicEl>
                                              <a:dgm id="{1DEF2DCD-0C33-448C-8515-D18080876D6D}"/>
                                            </p:graphic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
                                            <p:graphicEl>
                                              <a:dgm id="{CC63F959-6093-474F-84F4-2F93D0C91020}"/>
                                            </p:graphic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
                                            <p:graphicEl>
                                              <a:dgm id="{EFA98217-F660-487B-AF06-A6C4B54764C0}"/>
                                            </p:graphic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
                                            <p:graphicEl>
                                              <a:dgm id="{F068368D-61C5-41E7-90A1-82CBAA847424}"/>
                                            </p:graphic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
                                            <p:graphicEl>
                                              <a:dgm id="{71C4307D-E012-4011-B0E2-D4C6CFC863B2}"/>
                                            </p:graphic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
                                            <p:graphicEl>
                                              <a:dgm id="{676A4F7C-14A5-4B5C-A464-BF47A4EAAF5A}"/>
                                            </p:graphic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
                                            <p:graphicEl>
                                              <a:dgm id="{ED388FB1-A967-4AAF-B406-7760F514E850}"/>
                                            </p:graphic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graphicEl>
                                              <a:dgm id="{EDDA887F-48D2-4390-A470-A55E9FC9650C}"/>
                                            </p:graphic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
                                            <p:graphicEl>
                                              <a:dgm id="{3FE51A96-75E2-4F82-9B94-B88C62E5D7C1}"/>
                                            </p:graphic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4">
                                            <p:graphicEl>
                                              <a:dgm id="{DFC121C2-3036-4ABF-8C74-0A6A85BA6270}"/>
                                            </p:graphicEl>
                                          </p:spTgt>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4">
                                            <p:graphicEl>
                                              <a:dgm id="{FDD62E71-19F8-4AA1-89A3-B81E8452B1FF}"/>
                                            </p:graphic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
                                            <p:graphicEl>
                                              <a:dgm id="{C0D1BAAB-A8FA-4D82-A969-45FE8D4052FA}"/>
                                            </p:graphicEl>
                                          </p:spTgt>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4">
                                            <p:graphicEl>
                                              <a:dgm id="{01225305-92EA-4073-AE84-6958C04FF56E}"/>
                                            </p:graphic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4">
                                            <p:graphicEl>
                                              <a:dgm id="{503357D6-E166-4E1E-B299-A79B400B013E}"/>
                                            </p:graphicEl>
                                          </p:spTgt>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4">
                                            <p:graphicEl>
                                              <a:dgm id="{6B9964A6-DDAC-47A2-B557-A157044A75DD}"/>
                                            </p:graphic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4">
                                            <p:graphicEl>
                                              <a:dgm id="{7A1D9657-52BF-4AA3-9A0F-987403505ED9}"/>
                                            </p:graphicEl>
                                          </p:spTgt>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4">
                                            <p:graphicEl>
                                              <a:dgm id="{90BD8488-4375-439B-A449-5559DF9BDD99}"/>
                                            </p:graphicEl>
                                          </p:spTgt>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22" presetClass="entr" presetSubtype="2" fill="hold" grpId="0" nodeType="clickEffect">
                                  <p:stCondLst>
                                    <p:cond delay="0"/>
                                  </p:stCondLst>
                                  <p:childTnLst>
                                    <p:set>
                                      <p:cBhvr>
                                        <p:cTn id="76" dur="1" fill="hold">
                                          <p:stCondLst>
                                            <p:cond delay="0"/>
                                          </p:stCondLst>
                                        </p:cTn>
                                        <p:tgtEl>
                                          <p:spTgt spid="5"/>
                                        </p:tgtEl>
                                        <p:attrNameLst>
                                          <p:attrName>style.visibility</p:attrName>
                                        </p:attrNameLst>
                                      </p:cBhvr>
                                      <p:to>
                                        <p:strVal val="visible"/>
                                      </p:to>
                                    </p:set>
                                    <p:animEffect transition="in" filter="wipe(right)">
                                      <p:cBhvr>
                                        <p:cTn id="77" dur="500"/>
                                        <p:tgtEl>
                                          <p:spTgt spid="5"/>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2" fill="hold" grpId="0" nodeType="clickEffect">
                                  <p:stCondLst>
                                    <p:cond delay="0"/>
                                  </p:stCondLst>
                                  <p:childTnLst>
                                    <p:set>
                                      <p:cBhvr>
                                        <p:cTn id="81" dur="1" fill="hold">
                                          <p:stCondLst>
                                            <p:cond delay="0"/>
                                          </p:stCondLst>
                                        </p:cTn>
                                        <p:tgtEl>
                                          <p:spTgt spid="6"/>
                                        </p:tgtEl>
                                        <p:attrNameLst>
                                          <p:attrName>style.visibility</p:attrName>
                                        </p:attrNameLst>
                                      </p:cBhvr>
                                      <p:to>
                                        <p:strVal val="visible"/>
                                      </p:to>
                                    </p:set>
                                    <p:animEffect transition="in" filter="wipe(right)">
                                      <p:cBhvr>
                                        <p:cTn id="82" dur="500"/>
                                        <p:tgtEl>
                                          <p:spTgt spid="6"/>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2" fill="hold" grpId="0" nodeType="clickEffect">
                                  <p:stCondLst>
                                    <p:cond delay="0"/>
                                  </p:stCondLst>
                                  <p:childTnLst>
                                    <p:set>
                                      <p:cBhvr>
                                        <p:cTn id="86" dur="1" fill="hold">
                                          <p:stCondLst>
                                            <p:cond delay="0"/>
                                          </p:stCondLst>
                                        </p:cTn>
                                        <p:tgtEl>
                                          <p:spTgt spid="7"/>
                                        </p:tgtEl>
                                        <p:attrNameLst>
                                          <p:attrName>style.visibility</p:attrName>
                                        </p:attrNameLst>
                                      </p:cBhvr>
                                      <p:to>
                                        <p:strVal val="visible"/>
                                      </p:to>
                                    </p:set>
                                    <p:animEffect transition="in" filter="wipe(right)">
                                      <p:cBhvr>
                                        <p:cTn id="8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Graphic spid="4" grpId="0">
        <p:bldSub>
          <a:bldDgm bld="one"/>
        </p:bldSub>
      </p:bldGraphic>
      <p:bldP spid="5" grpId="0" animBg="1"/>
      <p:bldP spid="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lstStyle/>
          <a:p>
            <a:r>
              <a:rPr lang="en-AU" dirty="0"/>
              <a:t>Low-Fidelity</a:t>
            </a:r>
          </a:p>
        </p:txBody>
      </p:sp>
      <p:sp>
        <p:nvSpPr>
          <p:cNvPr id="3" name="Content Placeholder 2"/>
          <p:cNvSpPr>
            <a:spLocks noGrp="1"/>
          </p:cNvSpPr>
          <p:nvPr>
            <p:ph sz="quarter" idx="14"/>
          </p:nvPr>
        </p:nvSpPr>
        <p:spPr/>
        <p:txBody>
          <a:bodyPr/>
          <a:lstStyle/>
          <a:p>
            <a:endParaRPr lang="en-AU"/>
          </a:p>
        </p:txBody>
      </p:sp>
    </p:spTree>
    <p:extLst>
      <p:ext uri="{BB962C8B-B14F-4D97-AF65-F5344CB8AC3E}">
        <p14:creationId xmlns:p14="http://schemas.microsoft.com/office/powerpoint/2010/main" val="26637686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4" name="Rectangle 6"/>
          <p:cNvSpPr>
            <a:spLocks noGrp="1" noChangeArrowheads="1"/>
          </p:cNvSpPr>
          <p:nvPr>
            <p:ph type="title"/>
          </p:nvPr>
        </p:nvSpPr>
        <p:spPr/>
        <p:txBody>
          <a:bodyPr/>
          <a:lstStyle/>
          <a:p>
            <a:r>
              <a:rPr lang="en-US"/>
              <a:t>Sketching</a:t>
            </a:r>
            <a:endParaRPr lang="en-US" dirty="0"/>
          </a:p>
        </p:txBody>
      </p:sp>
      <p:sp>
        <p:nvSpPr>
          <p:cNvPr id="17415" name="Rectangle 7"/>
          <p:cNvSpPr>
            <a:spLocks noGrp="1" noChangeArrowheads="1"/>
          </p:cNvSpPr>
          <p:nvPr>
            <p:ph sz="half" idx="1"/>
          </p:nvPr>
        </p:nvSpPr>
        <p:spPr/>
        <p:txBody>
          <a:bodyPr/>
          <a:lstStyle/>
          <a:p>
            <a:endParaRPr lang="en-US" dirty="0"/>
          </a:p>
          <a:p>
            <a:endParaRPr lang="en-US" dirty="0"/>
          </a:p>
        </p:txBody>
      </p:sp>
      <p:sp>
        <p:nvSpPr>
          <p:cNvPr id="11" name="Footer Placeholder 5"/>
          <p:cNvSpPr>
            <a:spLocks noGrp="1"/>
          </p:cNvSpPr>
          <p:nvPr>
            <p:ph type="ftr" sz="quarter" idx="4294967295"/>
          </p:nvPr>
        </p:nvSpPr>
        <p:spPr>
          <a:xfrm>
            <a:off x="1143000" y="4786312"/>
            <a:ext cx="2171700" cy="357188"/>
          </a:xfrm>
          <a:prstGeom prst="rect">
            <a:avLst/>
          </a:prstGeom>
        </p:spPr>
        <p:txBody>
          <a:bodyPr/>
          <a:lstStyle/>
          <a:p>
            <a:r>
              <a:rPr lang="en-GB" sz="750" dirty="0">
                <a:solidFill>
                  <a:schemeClr val="accent6">
                    <a:lumMod val="75000"/>
                  </a:schemeClr>
                </a:solidFill>
                <a:latin typeface="Liberation Sans"/>
              </a:rPr>
              <a:t>www.id-book.com</a:t>
            </a:r>
          </a:p>
        </p:txBody>
      </p:sp>
      <p:sp>
        <p:nvSpPr>
          <p:cNvPr id="17410" name="Rectangle 2"/>
          <p:cNvSpPr>
            <a:spLocks noChangeArrowheads="1"/>
          </p:cNvSpPr>
          <p:nvPr/>
        </p:nvSpPr>
        <p:spPr bwMode="auto">
          <a:xfrm>
            <a:off x="1670447" y="4686300"/>
            <a:ext cx="1423988"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1350">
              <a:latin typeface="Liberation Sans"/>
            </a:endParaRPr>
          </a:p>
        </p:txBody>
      </p:sp>
      <p:sp>
        <p:nvSpPr>
          <p:cNvPr id="17411" name="Rectangle 3"/>
          <p:cNvSpPr>
            <a:spLocks noChangeArrowheads="1"/>
          </p:cNvSpPr>
          <p:nvPr/>
        </p:nvSpPr>
        <p:spPr bwMode="auto">
          <a:xfrm>
            <a:off x="3517106" y="4686300"/>
            <a:ext cx="2109788"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1350">
              <a:latin typeface="Liberation Sans"/>
            </a:endParaRPr>
          </a:p>
        </p:txBody>
      </p:sp>
      <p:sp>
        <p:nvSpPr>
          <p:cNvPr id="17412" name="Rectangle 4"/>
          <p:cNvSpPr>
            <a:spLocks noChangeArrowheads="1"/>
          </p:cNvSpPr>
          <p:nvPr/>
        </p:nvSpPr>
        <p:spPr bwMode="auto">
          <a:xfrm>
            <a:off x="1670447" y="4686300"/>
            <a:ext cx="1423988"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1350">
              <a:latin typeface="Liberation Sans"/>
            </a:endParaRPr>
          </a:p>
        </p:txBody>
      </p:sp>
      <p:sp>
        <p:nvSpPr>
          <p:cNvPr id="17413" name="Rectangle 5"/>
          <p:cNvSpPr>
            <a:spLocks noChangeArrowheads="1"/>
          </p:cNvSpPr>
          <p:nvPr/>
        </p:nvSpPr>
        <p:spPr bwMode="auto">
          <a:xfrm>
            <a:off x="3517106" y="4686300"/>
            <a:ext cx="2109788"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1350">
              <a:latin typeface="Liberation Sans"/>
            </a:endParaRPr>
          </a:p>
        </p:txBody>
      </p:sp>
      <p:sp>
        <p:nvSpPr>
          <p:cNvPr id="17417" name="Rectangle 9"/>
          <p:cNvSpPr>
            <a:spLocks noChangeArrowheads="1"/>
          </p:cNvSpPr>
          <p:nvPr/>
        </p:nvSpPr>
        <p:spPr bwMode="auto">
          <a:xfrm>
            <a:off x="1371804" y="1038152"/>
            <a:ext cx="2430270" cy="36078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67866" tIns="33338" rIns="67866" bIns="33338"/>
          <a:lstStyle/>
          <a:p>
            <a:pPr marL="266700" indent="-266700" eaLnBrk="0" hangingPunct="0">
              <a:spcBef>
                <a:spcPts val="450"/>
              </a:spcBef>
              <a:buFontTx/>
              <a:buChar char="•"/>
            </a:pPr>
            <a:r>
              <a:rPr lang="en-GB" sz="1350" dirty="0"/>
              <a:t>Sketching is important to low-fidelity prototyping</a:t>
            </a:r>
          </a:p>
          <a:p>
            <a:pPr marL="266700" indent="-266700" eaLnBrk="0" hangingPunct="0">
              <a:spcBef>
                <a:spcPts val="450"/>
              </a:spcBef>
              <a:buFontTx/>
              <a:buChar char="•"/>
            </a:pPr>
            <a:endParaRPr lang="en-GB" sz="1350" dirty="0"/>
          </a:p>
          <a:p>
            <a:pPr marL="266700" indent="-266700" eaLnBrk="0" hangingPunct="0">
              <a:spcBef>
                <a:spcPts val="450"/>
              </a:spcBef>
              <a:buFontTx/>
              <a:buChar char="•"/>
            </a:pPr>
            <a:r>
              <a:rPr lang="en-GB" sz="1350" dirty="0"/>
              <a:t>Don</a:t>
            </a:r>
            <a:r>
              <a:rPr lang="ja-JP" altLang="en-GB" sz="1350" dirty="0"/>
              <a:t>’</a:t>
            </a:r>
            <a:r>
              <a:rPr lang="en-GB" sz="1350" dirty="0"/>
              <a:t>t be inhibited about drawing ability. Practice simple symbols</a:t>
            </a:r>
          </a:p>
          <a:p>
            <a:pPr marL="266700" indent="-266700" eaLnBrk="0" hangingPunct="0">
              <a:spcBef>
                <a:spcPts val="450"/>
              </a:spcBef>
              <a:buFontTx/>
              <a:buChar char="•"/>
            </a:pPr>
            <a:endParaRPr lang="en-GB" sz="2100" dirty="0">
              <a:latin typeface="Liberation Sans"/>
            </a:endParaRPr>
          </a:p>
          <a:p>
            <a:pPr marL="266700" indent="-266700" eaLnBrk="0" hangingPunct="0">
              <a:spcBef>
                <a:spcPts val="450"/>
              </a:spcBef>
            </a:pPr>
            <a:r>
              <a:rPr lang="en-GB" sz="2100" dirty="0">
                <a:latin typeface="Liberation Sans"/>
              </a:rPr>
              <a:t> 		</a:t>
            </a:r>
            <a:endParaRPr lang="en-US" sz="2100" dirty="0">
              <a:latin typeface="Liberation Sans"/>
            </a:endParaRPr>
          </a:p>
        </p:txBody>
      </p:sp>
      <p:sp>
        <p:nvSpPr>
          <p:cNvPr id="17418" name="Rectangle 10"/>
          <p:cNvSpPr>
            <a:spLocks noChangeArrowheads="1"/>
          </p:cNvSpPr>
          <p:nvPr/>
        </p:nvSpPr>
        <p:spPr bwMode="auto">
          <a:xfrm>
            <a:off x="1618060" y="3257550"/>
            <a:ext cx="5829300" cy="1085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67866" tIns="33338" rIns="67866" bIns="33338"/>
          <a:lstStyle/>
          <a:p>
            <a:pPr eaLnBrk="0" hangingPunct="0">
              <a:spcBef>
                <a:spcPts val="450"/>
              </a:spcBef>
            </a:pPr>
            <a:endParaRPr lang="en-GB">
              <a:latin typeface="Liberation Sans"/>
            </a:endParaRPr>
          </a:p>
          <a:p>
            <a:pPr eaLnBrk="0" hangingPunct="0">
              <a:spcBef>
                <a:spcPts val="450"/>
              </a:spcBef>
              <a:buFontTx/>
              <a:buChar char="•"/>
            </a:pPr>
            <a:endParaRPr lang="en-GB">
              <a:latin typeface="Liberation Sans"/>
            </a:endParaRPr>
          </a:p>
          <a:p>
            <a:pPr eaLnBrk="0" hangingPunct="0">
              <a:spcBef>
                <a:spcPts val="450"/>
              </a:spcBef>
              <a:buFontTx/>
              <a:buChar char="•"/>
            </a:pPr>
            <a:endParaRPr lang="en-GB">
              <a:latin typeface="Liberation Sans"/>
            </a:endParaRPr>
          </a:p>
          <a:p>
            <a:pPr eaLnBrk="0" hangingPunct="0">
              <a:spcBef>
                <a:spcPts val="450"/>
              </a:spcBef>
              <a:buFontTx/>
              <a:buChar char="•"/>
            </a:pPr>
            <a:endParaRPr lang="en-GB">
              <a:latin typeface="Liberation Sans"/>
            </a:endParaRPr>
          </a:p>
          <a:p>
            <a:pPr eaLnBrk="0" hangingPunct="0">
              <a:spcBef>
                <a:spcPts val="450"/>
              </a:spcBef>
            </a:pPr>
            <a:r>
              <a:rPr lang="en-GB">
                <a:latin typeface="Liberation Sans"/>
              </a:rPr>
              <a:t> 		</a:t>
            </a:r>
            <a:endParaRPr lang="en-US">
              <a:latin typeface="Liberation Sans"/>
            </a:endParaRPr>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34033" y="1054726"/>
            <a:ext cx="3707606" cy="328867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5796686"/>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AU" dirty="0"/>
              <a:t>Wireframes</a:t>
            </a:r>
          </a:p>
        </p:txBody>
      </p:sp>
      <p:sp>
        <p:nvSpPr>
          <p:cNvPr id="5" name="Content Placeholder 4"/>
          <p:cNvSpPr>
            <a:spLocks noGrp="1"/>
          </p:cNvSpPr>
          <p:nvPr>
            <p:ph sz="half" idx="1"/>
          </p:nvPr>
        </p:nvSpPr>
        <p:spPr/>
        <p:txBody>
          <a:bodyPr/>
          <a:lstStyle/>
          <a:p>
            <a:r>
              <a:rPr lang="en-AU" dirty="0"/>
              <a:t>2D illustration of a page’s interface</a:t>
            </a:r>
          </a:p>
          <a:p>
            <a:r>
              <a:rPr lang="en-AU" dirty="0"/>
              <a:t>Focus:</a:t>
            </a:r>
          </a:p>
          <a:p>
            <a:pPr lvl="1"/>
            <a:r>
              <a:rPr lang="en-AU" dirty="0"/>
              <a:t>Space allocation</a:t>
            </a:r>
          </a:p>
          <a:p>
            <a:pPr lvl="1"/>
            <a:r>
              <a:rPr lang="en-AU" dirty="0"/>
              <a:t>Functions</a:t>
            </a:r>
          </a:p>
          <a:p>
            <a:pPr lvl="1"/>
            <a:r>
              <a:rPr lang="en-AU" dirty="0"/>
              <a:t>Content sections</a:t>
            </a:r>
          </a:p>
          <a:p>
            <a:pPr lvl="1"/>
            <a:r>
              <a:rPr lang="en-AU" dirty="0"/>
              <a:t>Intended behaviours</a:t>
            </a:r>
          </a:p>
          <a:p>
            <a:endParaRPr lang="en-AU" dirty="0"/>
          </a:p>
          <a:p>
            <a:r>
              <a:rPr lang="en-AU" dirty="0"/>
              <a:t>Traditionally</a:t>
            </a:r>
          </a:p>
          <a:p>
            <a:pPr lvl="1"/>
            <a:r>
              <a:rPr lang="en-AU" dirty="0"/>
              <a:t>No styling</a:t>
            </a:r>
          </a:p>
          <a:p>
            <a:pPr lvl="1"/>
            <a:r>
              <a:rPr lang="en-AU" dirty="0"/>
              <a:t>No colour</a:t>
            </a:r>
          </a:p>
          <a:p>
            <a:pPr lvl="1"/>
            <a:r>
              <a:rPr lang="en-AU" dirty="0"/>
              <a:t>No graphics</a:t>
            </a:r>
          </a:p>
          <a:p>
            <a:r>
              <a:rPr lang="en-AU" dirty="0"/>
              <a:t>Designed to develop relationships with a systems templates</a:t>
            </a:r>
          </a:p>
        </p:txBody>
      </p:sp>
    </p:spTree>
    <p:extLst>
      <p:ext uri="{BB962C8B-B14F-4D97-AF65-F5344CB8AC3E}">
        <p14:creationId xmlns:p14="http://schemas.microsoft.com/office/powerpoint/2010/main" val="22149841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The value of </a:t>
            </a:r>
            <a:r>
              <a:rPr lang="en-AU" dirty="0" err="1"/>
              <a:t>Wireframing</a:t>
            </a:r>
            <a:endParaRPr lang="en-AU" dirty="0"/>
          </a:p>
        </p:txBody>
      </p:sp>
      <p:sp>
        <p:nvSpPr>
          <p:cNvPr id="3" name="Content Placeholder 2"/>
          <p:cNvSpPr>
            <a:spLocks noGrp="1"/>
          </p:cNvSpPr>
          <p:nvPr>
            <p:ph sz="half" idx="1"/>
          </p:nvPr>
        </p:nvSpPr>
        <p:spPr/>
        <p:txBody>
          <a:bodyPr/>
          <a:lstStyle/>
          <a:p>
            <a:r>
              <a:rPr lang="en-AU" dirty="0"/>
              <a:t>Identify the interfaces functionality</a:t>
            </a:r>
          </a:p>
          <a:p>
            <a:r>
              <a:rPr lang="en-AU" dirty="0"/>
              <a:t>Identify a pages space allocation</a:t>
            </a:r>
          </a:p>
          <a:p>
            <a:r>
              <a:rPr lang="en-AU" dirty="0"/>
              <a:t>Ensure consistency for particular elements in an interface</a:t>
            </a:r>
          </a:p>
          <a:p>
            <a:r>
              <a:rPr lang="en-AU" dirty="0"/>
              <a:t>Links between a systems information architecture and its visual design </a:t>
            </a:r>
          </a:p>
        </p:txBody>
      </p:sp>
    </p:spTree>
    <p:extLst>
      <p:ext uri="{BB962C8B-B14F-4D97-AF65-F5344CB8AC3E}">
        <p14:creationId xmlns:p14="http://schemas.microsoft.com/office/powerpoint/2010/main" val="26768081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dirty="0"/>
              <a:t>What elements do you want to be consistent?</a:t>
            </a:r>
          </a:p>
        </p:txBody>
      </p:sp>
      <p:sp>
        <p:nvSpPr>
          <p:cNvPr id="3" name="Content Placeholder 2"/>
          <p:cNvSpPr>
            <a:spLocks noGrp="1"/>
          </p:cNvSpPr>
          <p:nvPr>
            <p:ph sz="half" idx="1"/>
          </p:nvPr>
        </p:nvSpPr>
        <p:spPr/>
        <p:txBody>
          <a:bodyPr/>
          <a:lstStyle/>
          <a:p>
            <a:r>
              <a:rPr lang="en-AU" dirty="0"/>
              <a:t>Logo</a:t>
            </a:r>
          </a:p>
          <a:p>
            <a:r>
              <a:rPr lang="en-AU" dirty="0"/>
              <a:t>Search</a:t>
            </a:r>
          </a:p>
          <a:p>
            <a:r>
              <a:rPr lang="en-AU" dirty="0"/>
              <a:t>Headers</a:t>
            </a:r>
          </a:p>
          <a:p>
            <a:r>
              <a:rPr lang="en-AU" dirty="0"/>
              <a:t>Menus</a:t>
            </a:r>
          </a:p>
          <a:p>
            <a:r>
              <a:rPr lang="en-AU" dirty="0"/>
              <a:t>Footers</a:t>
            </a:r>
          </a:p>
          <a:p>
            <a:r>
              <a:rPr lang="en-AU" dirty="0"/>
              <a:t>…</a:t>
            </a:r>
          </a:p>
          <a:p>
            <a:endParaRPr lang="en-AU" dirty="0"/>
          </a:p>
        </p:txBody>
      </p:sp>
    </p:spTree>
    <p:extLst>
      <p:ext uri="{BB962C8B-B14F-4D97-AF65-F5344CB8AC3E}">
        <p14:creationId xmlns:p14="http://schemas.microsoft.com/office/powerpoint/2010/main" val="19460234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dirty="0"/>
              <a:t>Basic Wireframe of Old UOW Homepage</a:t>
            </a:r>
          </a:p>
        </p:txBody>
      </p:sp>
      <p:pic>
        <p:nvPicPr>
          <p:cNvPr id="6" name="Picture 2" descr="C:\Users\mfreeman\Downloads\Untitled Diagram.png"/>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1555505" y="1328737"/>
            <a:ext cx="5320997" cy="33670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25586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6" name="Rectangle 6"/>
          <p:cNvSpPr>
            <a:spLocks noGrp="1" noChangeArrowheads="1"/>
          </p:cNvSpPr>
          <p:nvPr>
            <p:ph type="title"/>
          </p:nvPr>
        </p:nvSpPr>
        <p:spPr/>
        <p:txBody>
          <a:bodyPr/>
          <a:lstStyle/>
          <a:p>
            <a:r>
              <a:rPr lang="en-US" dirty="0"/>
              <a:t>Low-Fidelity Prototyping</a:t>
            </a:r>
          </a:p>
        </p:txBody>
      </p:sp>
      <p:sp>
        <p:nvSpPr>
          <p:cNvPr id="15367" name="Rectangle 7"/>
          <p:cNvSpPr>
            <a:spLocks noGrp="1" noChangeArrowheads="1"/>
          </p:cNvSpPr>
          <p:nvPr>
            <p:ph sz="half" idx="1"/>
          </p:nvPr>
        </p:nvSpPr>
        <p:spPr/>
        <p:txBody>
          <a:bodyPr/>
          <a:lstStyle/>
          <a:p>
            <a:r>
              <a:rPr lang="en-GB" dirty="0"/>
              <a:t>Uses a medium which is unlike the final medium</a:t>
            </a:r>
          </a:p>
          <a:p>
            <a:pPr lvl="1"/>
            <a:r>
              <a:rPr lang="en-GB" dirty="0"/>
              <a:t>e.g. paper, cardboard</a:t>
            </a:r>
          </a:p>
          <a:p>
            <a:endParaRPr lang="en-GB" dirty="0"/>
          </a:p>
          <a:p>
            <a:r>
              <a:rPr lang="en-GB" dirty="0"/>
              <a:t>Examples:</a:t>
            </a:r>
          </a:p>
          <a:p>
            <a:pPr lvl="1"/>
            <a:r>
              <a:rPr lang="en-GB" dirty="0"/>
              <a:t>sketches of screens (wireframes), task sequences, etc.</a:t>
            </a:r>
          </a:p>
          <a:p>
            <a:pPr lvl="1"/>
            <a:r>
              <a:rPr lang="ja-JP" altLang="en-GB" dirty="0"/>
              <a:t>‘</a:t>
            </a:r>
            <a:r>
              <a:rPr lang="en-GB" altLang="ja-JP" dirty="0"/>
              <a:t>p</a:t>
            </a:r>
            <a:r>
              <a:rPr lang="en-GB" dirty="0"/>
              <a:t>ost-it</a:t>
            </a:r>
            <a:r>
              <a:rPr lang="ja-JP" altLang="en-GB" dirty="0"/>
              <a:t>’</a:t>
            </a:r>
            <a:r>
              <a:rPr lang="en-GB" dirty="0"/>
              <a:t> notes</a:t>
            </a:r>
          </a:p>
          <a:p>
            <a:pPr lvl="1"/>
            <a:r>
              <a:rPr lang="en-GB" dirty="0"/>
              <a:t>storyboards</a:t>
            </a:r>
          </a:p>
        </p:txBody>
      </p:sp>
      <p:sp>
        <p:nvSpPr>
          <p:cNvPr id="9" name="Footer Placeholder 3"/>
          <p:cNvSpPr>
            <a:spLocks noGrp="1"/>
          </p:cNvSpPr>
          <p:nvPr>
            <p:ph type="ftr" sz="quarter" idx="4294967295"/>
          </p:nvPr>
        </p:nvSpPr>
        <p:spPr>
          <a:xfrm>
            <a:off x="1143000" y="4767263"/>
            <a:ext cx="2171700" cy="273844"/>
          </a:xfrm>
          <a:prstGeom prst="rect">
            <a:avLst/>
          </a:prstGeom>
        </p:spPr>
        <p:txBody>
          <a:bodyPr/>
          <a:lstStyle/>
          <a:p>
            <a:r>
              <a:rPr lang="en-GB" sz="750" dirty="0">
                <a:solidFill>
                  <a:schemeClr val="accent6">
                    <a:lumMod val="75000"/>
                  </a:schemeClr>
                </a:solidFill>
                <a:latin typeface="Liberation Sans"/>
              </a:rPr>
              <a:t>www.id-book.com</a:t>
            </a:r>
          </a:p>
        </p:txBody>
      </p:sp>
      <p:sp>
        <p:nvSpPr>
          <p:cNvPr id="15362" name="Rectangle 2"/>
          <p:cNvSpPr>
            <a:spLocks noChangeArrowheads="1"/>
          </p:cNvSpPr>
          <p:nvPr/>
        </p:nvSpPr>
        <p:spPr bwMode="auto">
          <a:xfrm>
            <a:off x="1670447" y="4686300"/>
            <a:ext cx="1423988"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1350">
              <a:latin typeface="Liberation Sans"/>
            </a:endParaRPr>
          </a:p>
        </p:txBody>
      </p:sp>
      <p:sp>
        <p:nvSpPr>
          <p:cNvPr id="15363" name="Rectangle 3"/>
          <p:cNvSpPr>
            <a:spLocks noChangeArrowheads="1"/>
          </p:cNvSpPr>
          <p:nvPr/>
        </p:nvSpPr>
        <p:spPr bwMode="auto">
          <a:xfrm>
            <a:off x="3517106" y="4686300"/>
            <a:ext cx="2109788"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1350">
              <a:latin typeface="Liberation Sans"/>
            </a:endParaRPr>
          </a:p>
        </p:txBody>
      </p:sp>
      <p:sp>
        <p:nvSpPr>
          <p:cNvPr id="15364" name="Rectangle 4"/>
          <p:cNvSpPr>
            <a:spLocks noChangeArrowheads="1"/>
          </p:cNvSpPr>
          <p:nvPr/>
        </p:nvSpPr>
        <p:spPr bwMode="auto">
          <a:xfrm>
            <a:off x="1670447" y="4686300"/>
            <a:ext cx="1423988"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1350">
              <a:latin typeface="Liberation Sans"/>
            </a:endParaRPr>
          </a:p>
        </p:txBody>
      </p:sp>
      <p:sp>
        <p:nvSpPr>
          <p:cNvPr id="15365" name="Rectangle 5"/>
          <p:cNvSpPr>
            <a:spLocks noChangeArrowheads="1"/>
          </p:cNvSpPr>
          <p:nvPr/>
        </p:nvSpPr>
        <p:spPr bwMode="auto">
          <a:xfrm>
            <a:off x="3517106" y="4686300"/>
            <a:ext cx="2109788"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1350">
              <a:latin typeface="Liberation Sans"/>
            </a:endParaRPr>
          </a:p>
        </p:txBody>
      </p:sp>
    </p:spTree>
    <p:extLst>
      <p:ext uri="{BB962C8B-B14F-4D97-AF65-F5344CB8AC3E}">
        <p14:creationId xmlns:p14="http://schemas.microsoft.com/office/powerpoint/2010/main" val="522477404"/>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Ideas</a:t>
            </a:r>
          </a:p>
        </p:txBody>
      </p:sp>
      <p:pic>
        <p:nvPicPr>
          <p:cNvPr id="1026" name="Picture 2" descr="https://cdn-images-1.medium.com/max/2000/1*VewT_xOlIfjrGDpJIA59oA.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45474" y="1660427"/>
            <a:ext cx="5983393" cy="15826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874001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Low-Fidelity – Advantages</a:t>
            </a:r>
          </a:p>
        </p:txBody>
      </p:sp>
      <p:sp>
        <p:nvSpPr>
          <p:cNvPr id="3" name="Content Placeholder 2"/>
          <p:cNvSpPr>
            <a:spLocks noGrp="1"/>
          </p:cNvSpPr>
          <p:nvPr>
            <p:ph sz="half" idx="1"/>
          </p:nvPr>
        </p:nvSpPr>
        <p:spPr/>
        <p:txBody>
          <a:bodyPr/>
          <a:lstStyle/>
          <a:p>
            <a:r>
              <a:rPr lang="en-GB" dirty="0"/>
              <a:t>Quick</a:t>
            </a:r>
          </a:p>
          <a:p>
            <a:pPr lvl="1"/>
            <a:r>
              <a:rPr lang="en-GB" dirty="0"/>
              <a:t>Does not take long to develop</a:t>
            </a:r>
          </a:p>
          <a:p>
            <a:r>
              <a:rPr lang="en-GB" dirty="0"/>
              <a:t>Cheap</a:t>
            </a:r>
          </a:p>
          <a:p>
            <a:r>
              <a:rPr lang="en-GB" dirty="0"/>
              <a:t>Easily changed</a:t>
            </a:r>
          </a:p>
          <a:p>
            <a:pPr lvl="1"/>
            <a:r>
              <a:rPr lang="en-GB" dirty="0"/>
              <a:t>Even during testing</a:t>
            </a:r>
          </a:p>
          <a:p>
            <a:r>
              <a:rPr lang="en-GB" dirty="0"/>
              <a:t>Designers feel less attached to lo-fi prototypes</a:t>
            </a:r>
          </a:p>
          <a:p>
            <a:r>
              <a:rPr lang="en-GB" dirty="0"/>
              <a:t>Stakeholders recognise that the work is not finished</a:t>
            </a:r>
          </a:p>
          <a:p>
            <a:endParaRPr lang="en-GB" dirty="0"/>
          </a:p>
          <a:p>
            <a:endParaRPr lang="en-AU" dirty="0"/>
          </a:p>
        </p:txBody>
      </p:sp>
    </p:spTree>
    <p:extLst>
      <p:ext uri="{BB962C8B-B14F-4D97-AF65-F5344CB8AC3E}">
        <p14:creationId xmlns:p14="http://schemas.microsoft.com/office/powerpoint/2010/main" val="37130699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Low-Fidelity – Disadvantages</a:t>
            </a:r>
          </a:p>
        </p:txBody>
      </p:sp>
      <p:sp>
        <p:nvSpPr>
          <p:cNvPr id="3" name="Content Placeholder 2"/>
          <p:cNvSpPr>
            <a:spLocks noGrp="1"/>
          </p:cNvSpPr>
          <p:nvPr>
            <p:ph sz="half" idx="1"/>
          </p:nvPr>
        </p:nvSpPr>
        <p:spPr/>
        <p:txBody>
          <a:bodyPr/>
          <a:lstStyle/>
          <a:p>
            <a:r>
              <a:rPr lang="en-AU" dirty="0"/>
              <a:t>Can be uncertainty during testing</a:t>
            </a:r>
          </a:p>
          <a:p>
            <a:pPr lvl="1"/>
            <a:r>
              <a:rPr lang="en-AU" dirty="0"/>
              <a:t>What is the design showing?</a:t>
            </a:r>
          </a:p>
          <a:p>
            <a:pPr lvl="1"/>
            <a:r>
              <a:rPr lang="en-AU" dirty="0"/>
              <a:t>How will the interaction work?</a:t>
            </a:r>
          </a:p>
          <a:p>
            <a:r>
              <a:rPr lang="en-AU" dirty="0"/>
              <a:t>Requires imagination by the user</a:t>
            </a:r>
          </a:p>
          <a:p>
            <a:r>
              <a:rPr lang="en-AU" dirty="0"/>
              <a:t>Limited interactivity to show complex elements</a:t>
            </a:r>
          </a:p>
          <a:p>
            <a:pPr lvl="1"/>
            <a:r>
              <a:rPr lang="en-AU" dirty="0"/>
              <a:t>Animations</a:t>
            </a:r>
          </a:p>
          <a:p>
            <a:pPr lvl="1"/>
            <a:r>
              <a:rPr lang="en-AU" dirty="0"/>
              <a:t>Transitions</a:t>
            </a:r>
          </a:p>
        </p:txBody>
      </p:sp>
    </p:spTree>
    <p:extLst>
      <p:ext uri="{BB962C8B-B14F-4D97-AF65-F5344CB8AC3E}">
        <p14:creationId xmlns:p14="http://schemas.microsoft.com/office/powerpoint/2010/main" val="27446669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8" name="Rectangle 6"/>
          <p:cNvSpPr>
            <a:spLocks noGrp="1" noChangeArrowheads="1"/>
          </p:cNvSpPr>
          <p:nvPr>
            <p:ph type="title"/>
          </p:nvPr>
        </p:nvSpPr>
        <p:spPr/>
        <p:txBody>
          <a:bodyPr/>
          <a:lstStyle/>
          <a:p>
            <a:r>
              <a:rPr lang="en-US"/>
              <a:t>Card-based prototypes</a:t>
            </a:r>
            <a:endParaRPr lang="en-GB"/>
          </a:p>
        </p:txBody>
      </p:sp>
      <p:sp>
        <p:nvSpPr>
          <p:cNvPr id="18439" name="Rectangle 7"/>
          <p:cNvSpPr>
            <a:spLocks noGrp="1" noChangeArrowheads="1"/>
          </p:cNvSpPr>
          <p:nvPr>
            <p:ph sz="half" idx="1"/>
          </p:nvPr>
        </p:nvSpPr>
        <p:spPr/>
        <p:txBody>
          <a:bodyPr/>
          <a:lstStyle/>
          <a:p>
            <a:endParaRPr lang="en-US" dirty="0"/>
          </a:p>
          <a:p>
            <a:endParaRPr lang="en-US" dirty="0"/>
          </a:p>
        </p:txBody>
      </p:sp>
      <p:sp>
        <p:nvSpPr>
          <p:cNvPr id="10" name="Footer Placeholder 5"/>
          <p:cNvSpPr>
            <a:spLocks noGrp="1"/>
          </p:cNvSpPr>
          <p:nvPr>
            <p:ph type="ftr" sz="quarter" idx="4294967295"/>
          </p:nvPr>
        </p:nvSpPr>
        <p:spPr>
          <a:xfrm>
            <a:off x="1143000" y="4786312"/>
            <a:ext cx="2171700" cy="357188"/>
          </a:xfrm>
          <a:prstGeom prst="rect">
            <a:avLst/>
          </a:prstGeom>
        </p:spPr>
        <p:txBody>
          <a:bodyPr/>
          <a:lstStyle/>
          <a:p>
            <a:r>
              <a:rPr lang="en-GB" sz="750" dirty="0">
                <a:solidFill>
                  <a:schemeClr val="accent6">
                    <a:lumMod val="75000"/>
                  </a:schemeClr>
                </a:solidFill>
                <a:latin typeface="Liberation Sans"/>
              </a:rPr>
              <a:t>www.id-book.com</a:t>
            </a:r>
          </a:p>
        </p:txBody>
      </p:sp>
      <p:sp>
        <p:nvSpPr>
          <p:cNvPr id="18434" name="Rectangle 2"/>
          <p:cNvSpPr>
            <a:spLocks noChangeArrowheads="1"/>
          </p:cNvSpPr>
          <p:nvPr/>
        </p:nvSpPr>
        <p:spPr bwMode="auto">
          <a:xfrm>
            <a:off x="1670447" y="4686300"/>
            <a:ext cx="1423988"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1350">
              <a:latin typeface="Liberation Sans"/>
            </a:endParaRPr>
          </a:p>
        </p:txBody>
      </p:sp>
      <p:sp>
        <p:nvSpPr>
          <p:cNvPr id="18435" name="Rectangle 3"/>
          <p:cNvSpPr>
            <a:spLocks noChangeArrowheads="1"/>
          </p:cNvSpPr>
          <p:nvPr/>
        </p:nvSpPr>
        <p:spPr bwMode="auto">
          <a:xfrm>
            <a:off x="3517106" y="4686300"/>
            <a:ext cx="2109788"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1350">
              <a:latin typeface="Liberation Sans"/>
            </a:endParaRPr>
          </a:p>
        </p:txBody>
      </p:sp>
      <p:sp>
        <p:nvSpPr>
          <p:cNvPr id="18437" name="Rectangle 5"/>
          <p:cNvSpPr>
            <a:spLocks noChangeArrowheads="1"/>
          </p:cNvSpPr>
          <p:nvPr/>
        </p:nvSpPr>
        <p:spPr bwMode="auto">
          <a:xfrm>
            <a:off x="3517106" y="4686300"/>
            <a:ext cx="2109788"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1350">
              <a:latin typeface="Liberation Sans"/>
            </a:endParaRPr>
          </a:p>
        </p:txBody>
      </p:sp>
      <p:sp>
        <p:nvSpPr>
          <p:cNvPr id="18440" name="Rectangle 8"/>
          <p:cNvSpPr>
            <a:spLocks noChangeArrowheads="1"/>
          </p:cNvSpPr>
          <p:nvPr/>
        </p:nvSpPr>
        <p:spPr bwMode="auto">
          <a:xfrm>
            <a:off x="4296021" y="1206763"/>
            <a:ext cx="3456384" cy="3294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67866" tIns="33338" rIns="67866" bIns="33338"/>
          <a:lstStyle/>
          <a:p>
            <a:pPr lvl="1" indent="-203597" eaLnBrk="0" hangingPunct="0">
              <a:spcBef>
                <a:spcPts val="450"/>
              </a:spcBef>
              <a:buFontTx/>
              <a:buChar char="•"/>
            </a:pPr>
            <a:r>
              <a:rPr lang="en-GB" sz="1350" dirty="0"/>
              <a:t>Each card represents </a:t>
            </a:r>
            <a:br>
              <a:rPr lang="en-GB" sz="1350" dirty="0"/>
            </a:br>
            <a:r>
              <a:rPr lang="en-GB" sz="1350" dirty="0"/>
              <a:t>one screen or part of screen</a:t>
            </a:r>
          </a:p>
        </p:txBody>
      </p:sp>
      <p:pic>
        <p:nvPicPr>
          <p:cNvPr id="18441" name="Picture 9" descr="fig_09_0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7664" y="1042447"/>
            <a:ext cx="2542803" cy="36438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5250317"/>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2" name="Rectangle 6"/>
          <p:cNvSpPr>
            <a:spLocks noGrp="1" noChangeArrowheads="1"/>
          </p:cNvSpPr>
          <p:nvPr>
            <p:ph type="title"/>
          </p:nvPr>
        </p:nvSpPr>
        <p:spPr/>
        <p:txBody>
          <a:bodyPr>
            <a:normAutofit/>
          </a:bodyPr>
          <a:lstStyle/>
          <a:p>
            <a:r>
              <a:rPr lang="en-GB"/>
              <a:t>Generate card-based prototype from use case</a:t>
            </a:r>
            <a:endParaRPr lang="en-US" dirty="0"/>
          </a:p>
        </p:txBody>
      </p:sp>
      <p:sp>
        <p:nvSpPr>
          <p:cNvPr id="29703" name="Rectangle 7"/>
          <p:cNvSpPr>
            <a:spLocks noGrp="1" noChangeArrowheads="1"/>
          </p:cNvSpPr>
          <p:nvPr>
            <p:ph sz="half" idx="1"/>
          </p:nvPr>
        </p:nvSpPr>
        <p:spPr/>
        <p:txBody>
          <a:bodyPr/>
          <a:lstStyle/>
          <a:p>
            <a:endParaRPr lang="en-US"/>
          </a:p>
          <a:p>
            <a:endParaRPr lang="en-US"/>
          </a:p>
        </p:txBody>
      </p:sp>
      <p:sp>
        <p:nvSpPr>
          <p:cNvPr id="12" name="Footer Placeholder 5"/>
          <p:cNvSpPr>
            <a:spLocks noGrp="1"/>
          </p:cNvSpPr>
          <p:nvPr>
            <p:ph type="ftr" sz="quarter" idx="4294967295"/>
          </p:nvPr>
        </p:nvSpPr>
        <p:spPr>
          <a:xfrm>
            <a:off x="1143000" y="4786312"/>
            <a:ext cx="2171700" cy="357188"/>
          </a:xfrm>
          <a:prstGeom prst="rect">
            <a:avLst/>
          </a:prstGeom>
        </p:spPr>
        <p:txBody>
          <a:bodyPr/>
          <a:lstStyle/>
          <a:p>
            <a:r>
              <a:rPr lang="en-GB" sz="750" dirty="0">
                <a:solidFill>
                  <a:schemeClr val="accent6">
                    <a:lumMod val="75000"/>
                  </a:schemeClr>
                </a:solidFill>
              </a:rPr>
              <a:t>www.id-book.com</a:t>
            </a:r>
          </a:p>
        </p:txBody>
      </p:sp>
      <p:sp>
        <p:nvSpPr>
          <p:cNvPr id="29698" name="Rectangle 2"/>
          <p:cNvSpPr>
            <a:spLocks noChangeArrowheads="1"/>
          </p:cNvSpPr>
          <p:nvPr/>
        </p:nvSpPr>
        <p:spPr bwMode="auto">
          <a:xfrm>
            <a:off x="1670447" y="4686300"/>
            <a:ext cx="1423988"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1350"/>
          </a:p>
        </p:txBody>
      </p:sp>
      <p:sp>
        <p:nvSpPr>
          <p:cNvPr id="29699" name="Rectangle 3"/>
          <p:cNvSpPr>
            <a:spLocks noChangeArrowheads="1"/>
          </p:cNvSpPr>
          <p:nvPr/>
        </p:nvSpPr>
        <p:spPr bwMode="auto">
          <a:xfrm>
            <a:off x="3517106" y="4686300"/>
            <a:ext cx="2109788"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1350"/>
          </a:p>
        </p:txBody>
      </p:sp>
      <p:sp>
        <p:nvSpPr>
          <p:cNvPr id="29700" name="Rectangle 4"/>
          <p:cNvSpPr>
            <a:spLocks noChangeArrowheads="1"/>
          </p:cNvSpPr>
          <p:nvPr/>
        </p:nvSpPr>
        <p:spPr bwMode="auto">
          <a:xfrm>
            <a:off x="1670447" y="4686300"/>
            <a:ext cx="1423988"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1350"/>
          </a:p>
        </p:txBody>
      </p:sp>
      <p:sp>
        <p:nvSpPr>
          <p:cNvPr id="29701" name="Rectangle 5"/>
          <p:cNvSpPr>
            <a:spLocks noChangeArrowheads="1"/>
          </p:cNvSpPr>
          <p:nvPr/>
        </p:nvSpPr>
        <p:spPr bwMode="auto">
          <a:xfrm>
            <a:off x="3517106" y="4686300"/>
            <a:ext cx="2109788"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1350"/>
          </a:p>
        </p:txBody>
      </p:sp>
      <p:sp>
        <p:nvSpPr>
          <p:cNvPr id="29705" name="Rectangle 9"/>
          <p:cNvSpPr>
            <a:spLocks noChangeArrowheads="1"/>
          </p:cNvSpPr>
          <p:nvPr/>
        </p:nvSpPr>
        <p:spPr bwMode="auto">
          <a:xfrm>
            <a:off x="1670447" y="3543300"/>
            <a:ext cx="5881688" cy="1085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67866" tIns="33338" rIns="67866" bIns="33338"/>
          <a:lstStyle/>
          <a:p>
            <a:pPr eaLnBrk="0" hangingPunct="0">
              <a:spcBef>
                <a:spcPts val="450"/>
              </a:spcBef>
            </a:pPr>
            <a:endParaRPr lang="en-US">
              <a:latin typeface="Times New Roman" charset="0"/>
            </a:endParaRPr>
          </a:p>
        </p:txBody>
      </p:sp>
      <p:pic>
        <p:nvPicPr>
          <p:cNvPr id="81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0053" y="1221600"/>
            <a:ext cx="6465094" cy="3464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32450871"/>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Storyboards</a:t>
            </a:r>
          </a:p>
        </p:txBody>
      </p:sp>
      <p:sp>
        <p:nvSpPr>
          <p:cNvPr id="3" name="Content Placeholder 2"/>
          <p:cNvSpPr>
            <a:spLocks noGrp="1"/>
          </p:cNvSpPr>
          <p:nvPr>
            <p:ph sz="half" idx="1"/>
          </p:nvPr>
        </p:nvSpPr>
        <p:spPr/>
        <p:txBody>
          <a:bodyPr/>
          <a:lstStyle/>
          <a:p>
            <a:r>
              <a:rPr lang="en-AU" dirty="0"/>
              <a:t>Designed to illustrate the interaction between the user and the product</a:t>
            </a:r>
          </a:p>
          <a:p>
            <a:r>
              <a:rPr lang="en-AU" dirty="0"/>
              <a:t>Drawings, sketches and pictures that tell a story</a:t>
            </a:r>
          </a:p>
          <a:p>
            <a:r>
              <a:rPr lang="en-AU" dirty="0"/>
              <a:t>Creates meaning beyond a typical technical drawing (e.g. flowchart)</a:t>
            </a:r>
          </a:p>
          <a:p>
            <a:endParaRPr lang="en-AU" dirty="0"/>
          </a:p>
          <a:p>
            <a:r>
              <a:rPr lang="en-AU" dirty="0">
                <a:hlinkClick r:id="" action="ppaction://noaction"/>
              </a:rPr>
              <a:t>https://blogs.msdn.microsoft.com/crm/2006/11/02/using-storyboard-prototypes-in-your-design-process/</a:t>
            </a:r>
          </a:p>
          <a:p>
            <a:r>
              <a:rPr lang="en-AU" dirty="0">
                <a:hlinkClick r:id="" action="ppaction://noaction"/>
              </a:rPr>
              <a:t>http://www.usabilitybok.org/storyboard</a:t>
            </a:r>
          </a:p>
          <a:p>
            <a:r>
              <a:rPr lang="en-AU" dirty="0">
                <a:hlinkClick r:id="" action="ppaction://noaction"/>
              </a:rPr>
              <a:t>https://uxmag.com/articles/storyboarding-in-the-software-design-process</a:t>
            </a:r>
            <a:endParaRPr lang="en-AU" dirty="0"/>
          </a:p>
          <a:p>
            <a:endParaRPr lang="en-AU" dirty="0"/>
          </a:p>
          <a:p>
            <a:endParaRPr lang="en-AU" dirty="0"/>
          </a:p>
        </p:txBody>
      </p:sp>
    </p:spTree>
    <p:extLst>
      <p:ext uri="{BB962C8B-B14F-4D97-AF65-F5344CB8AC3E}">
        <p14:creationId xmlns:p14="http://schemas.microsoft.com/office/powerpoint/2010/main" val="30905532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Image result for Ux storyboard"/>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bwMode="auto">
          <a:xfrm>
            <a:off x="1465708" y="741347"/>
            <a:ext cx="6255936" cy="4050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AU" dirty="0"/>
              <a:t>Storyboard - example</a:t>
            </a:r>
          </a:p>
        </p:txBody>
      </p:sp>
      <p:sp>
        <p:nvSpPr>
          <p:cNvPr id="4" name="TextBox 3"/>
          <p:cNvSpPr txBox="1"/>
          <p:nvPr/>
        </p:nvSpPr>
        <p:spPr>
          <a:xfrm>
            <a:off x="1485900" y="4841938"/>
            <a:ext cx="4413388" cy="253916"/>
          </a:xfrm>
          <a:prstGeom prst="rect">
            <a:avLst/>
          </a:prstGeom>
          <a:noFill/>
        </p:spPr>
        <p:txBody>
          <a:bodyPr wrap="none" rtlCol="0">
            <a:spAutoFit/>
          </a:bodyPr>
          <a:lstStyle/>
          <a:p>
            <a:r>
              <a:rPr lang="en-AU" sz="1050" dirty="0">
                <a:hlinkClick r:id="rId4"/>
              </a:rPr>
              <a:t>https://uxplanet.org/storyboarding-in-ux-design-b9d2e18e5fab</a:t>
            </a:r>
            <a:endParaRPr lang="en-AU" sz="1050" dirty="0"/>
          </a:p>
        </p:txBody>
      </p:sp>
      <p:pic>
        <p:nvPicPr>
          <p:cNvPr id="2056" name="Picture 8" descr="https://cdn-images-1.medium.com/max/800/1*f4XJbVsVEcJX5l5Hocy2Zw.jpe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72318" y="741347"/>
            <a:ext cx="5242718" cy="405000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https://cdn-images-1.medium.com/max/800/1*2PaL4mv43w9xyt_Nk6CmLA.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10172" y="741347"/>
            <a:ext cx="5567009" cy="405000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https://cdn-images-1.medium.com/max/800/1*b7amQiSLWKG3pmV6Ofl72A.pn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90909" y="741347"/>
            <a:ext cx="5605535" cy="405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07123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2052"/>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205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nodeType="clickEffect">
                                  <p:stCondLst>
                                    <p:cond delay="0"/>
                                  </p:stCondLst>
                                  <p:childTnLst>
                                    <p:set>
                                      <p:cBhvr>
                                        <p:cTn id="16" dur="1" fill="hold">
                                          <p:stCondLst>
                                            <p:cond delay="0"/>
                                          </p:stCondLst>
                                        </p:cTn>
                                        <p:tgtEl>
                                          <p:spTgt spid="2054"/>
                                        </p:tgtEl>
                                        <p:attrNameLst>
                                          <p:attrName>style.visibility</p:attrName>
                                        </p:attrNameLst>
                                      </p:cBhvr>
                                      <p:to>
                                        <p:strVal val="hidden"/>
                                      </p:to>
                                    </p:set>
                                  </p:childTnLst>
                                </p:cTn>
                              </p:par>
                              <p:par>
                                <p:cTn id="17" presetID="1" presetClass="entr" presetSubtype="0" fill="hold" nodeType="withEffect">
                                  <p:stCondLst>
                                    <p:cond delay="0"/>
                                  </p:stCondLst>
                                  <p:childTnLst>
                                    <p:set>
                                      <p:cBhvr>
                                        <p:cTn id="18" dur="1" fill="hold">
                                          <p:stCondLst>
                                            <p:cond delay="0"/>
                                          </p:stCondLst>
                                        </p:cTn>
                                        <p:tgtEl>
                                          <p:spTgt spid="205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nodeType="clickEffect">
                                  <p:stCondLst>
                                    <p:cond delay="0"/>
                                  </p:stCondLst>
                                  <p:childTnLst>
                                    <p:set>
                                      <p:cBhvr>
                                        <p:cTn id="22" dur="1" fill="hold">
                                          <p:stCondLst>
                                            <p:cond delay="0"/>
                                          </p:stCondLst>
                                        </p:cTn>
                                        <p:tgtEl>
                                          <p:spTgt spid="2056"/>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20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3"/>
          </p:nvPr>
        </p:nvSpPr>
        <p:spPr/>
        <p:txBody>
          <a:bodyPr/>
          <a:lstStyle/>
          <a:p>
            <a:r>
              <a:rPr lang="en-AU" dirty="0"/>
              <a:t>High-Fidelity</a:t>
            </a:r>
          </a:p>
        </p:txBody>
      </p:sp>
      <p:sp>
        <p:nvSpPr>
          <p:cNvPr id="5" name="Content Placeholder 4"/>
          <p:cNvSpPr>
            <a:spLocks noGrp="1"/>
          </p:cNvSpPr>
          <p:nvPr>
            <p:ph sz="quarter" idx="14"/>
          </p:nvPr>
        </p:nvSpPr>
        <p:spPr/>
        <p:txBody>
          <a:bodyPr/>
          <a:lstStyle/>
          <a:p>
            <a:endParaRPr lang="en-AU"/>
          </a:p>
        </p:txBody>
      </p:sp>
    </p:spTree>
    <p:extLst>
      <p:ext uri="{BB962C8B-B14F-4D97-AF65-F5344CB8AC3E}">
        <p14:creationId xmlns:p14="http://schemas.microsoft.com/office/powerpoint/2010/main" val="31919289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6" name="Rectangle 6"/>
          <p:cNvSpPr>
            <a:spLocks noGrp="1" noChangeArrowheads="1"/>
          </p:cNvSpPr>
          <p:nvPr>
            <p:ph type="title"/>
          </p:nvPr>
        </p:nvSpPr>
        <p:spPr/>
        <p:txBody>
          <a:bodyPr/>
          <a:lstStyle/>
          <a:p>
            <a:r>
              <a:rPr lang="en-US" dirty="0"/>
              <a:t>High-Fidelity Prototyping</a:t>
            </a:r>
          </a:p>
        </p:txBody>
      </p:sp>
      <p:sp>
        <p:nvSpPr>
          <p:cNvPr id="20487" name="Rectangle 7"/>
          <p:cNvSpPr>
            <a:spLocks noGrp="1" noChangeArrowheads="1"/>
          </p:cNvSpPr>
          <p:nvPr>
            <p:ph sz="half" idx="1"/>
          </p:nvPr>
        </p:nvSpPr>
        <p:spPr/>
        <p:txBody>
          <a:bodyPr/>
          <a:lstStyle/>
          <a:p>
            <a:r>
              <a:rPr lang="en-GB" dirty="0"/>
              <a:t>Uses materials that you would expect to be in the final product</a:t>
            </a:r>
          </a:p>
          <a:p>
            <a:pPr lvl="1"/>
            <a:r>
              <a:rPr lang="en-GB" dirty="0"/>
              <a:t>Visual design</a:t>
            </a:r>
          </a:p>
          <a:p>
            <a:pPr lvl="1"/>
            <a:r>
              <a:rPr lang="en-GB" dirty="0"/>
              <a:t>Content</a:t>
            </a:r>
          </a:p>
          <a:p>
            <a:pPr lvl="1"/>
            <a:r>
              <a:rPr lang="en-GB" dirty="0"/>
              <a:t>Interactivity</a:t>
            </a:r>
          </a:p>
          <a:p>
            <a:r>
              <a:rPr lang="en-GB" dirty="0"/>
              <a:t>Prototype looks more like the final system than a low-fidelity version </a:t>
            </a:r>
          </a:p>
          <a:p>
            <a:r>
              <a:rPr lang="en-GB" dirty="0"/>
              <a:t>High-fidelity prototypes can be developed by integrating existing hardware and software components </a:t>
            </a:r>
          </a:p>
          <a:p>
            <a:endParaRPr lang="en-GB" dirty="0"/>
          </a:p>
          <a:p>
            <a:endParaRPr lang="en-GB" dirty="0"/>
          </a:p>
          <a:p>
            <a:r>
              <a:rPr lang="en-GB" dirty="0"/>
              <a:t>Danger that users think they have a complete system!</a:t>
            </a:r>
            <a:r>
              <a:rPr lang="en-US" dirty="0"/>
              <a:t>	</a:t>
            </a:r>
          </a:p>
          <a:p>
            <a:endParaRPr lang="en-US" dirty="0"/>
          </a:p>
          <a:p>
            <a:endParaRPr lang="en-US" dirty="0"/>
          </a:p>
        </p:txBody>
      </p:sp>
      <p:sp>
        <p:nvSpPr>
          <p:cNvPr id="9" name="Footer Placeholder 3"/>
          <p:cNvSpPr>
            <a:spLocks noGrp="1"/>
          </p:cNvSpPr>
          <p:nvPr>
            <p:ph type="ftr" sz="quarter" idx="4294967295"/>
          </p:nvPr>
        </p:nvSpPr>
        <p:spPr>
          <a:xfrm>
            <a:off x="1143000" y="4767263"/>
            <a:ext cx="2171700" cy="273844"/>
          </a:xfrm>
          <a:prstGeom prst="rect">
            <a:avLst/>
          </a:prstGeom>
        </p:spPr>
        <p:txBody>
          <a:bodyPr/>
          <a:lstStyle/>
          <a:p>
            <a:r>
              <a:rPr lang="en-GB" sz="750" dirty="0">
                <a:solidFill>
                  <a:schemeClr val="accent6">
                    <a:lumMod val="75000"/>
                  </a:schemeClr>
                </a:solidFill>
                <a:latin typeface="Liberation Sans"/>
              </a:rPr>
              <a:t>www.id-book.com</a:t>
            </a:r>
          </a:p>
        </p:txBody>
      </p:sp>
      <p:sp>
        <p:nvSpPr>
          <p:cNvPr id="20482" name="Rectangle 2"/>
          <p:cNvSpPr>
            <a:spLocks noChangeArrowheads="1"/>
          </p:cNvSpPr>
          <p:nvPr/>
        </p:nvSpPr>
        <p:spPr bwMode="auto">
          <a:xfrm>
            <a:off x="1670447" y="4686300"/>
            <a:ext cx="1423988"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1350">
              <a:latin typeface="Liberation Sans"/>
            </a:endParaRPr>
          </a:p>
        </p:txBody>
      </p:sp>
      <p:sp>
        <p:nvSpPr>
          <p:cNvPr id="20483" name="Rectangle 3"/>
          <p:cNvSpPr>
            <a:spLocks noChangeArrowheads="1"/>
          </p:cNvSpPr>
          <p:nvPr/>
        </p:nvSpPr>
        <p:spPr bwMode="auto">
          <a:xfrm>
            <a:off x="3517106" y="4686300"/>
            <a:ext cx="2109788"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1350">
              <a:latin typeface="Liberation Sans"/>
            </a:endParaRPr>
          </a:p>
        </p:txBody>
      </p:sp>
      <p:sp>
        <p:nvSpPr>
          <p:cNvPr id="20484" name="Rectangle 4"/>
          <p:cNvSpPr>
            <a:spLocks noChangeArrowheads="1"/>
          </p:cNvSpPr>
          <p:nvPr/>
        </p:nvSpPr>
        <p:spPr bwMode="auto">
          <a:xfrm>
            <a:off x="1670447" y="4686300"/>
            <a:ext cx="1423988"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1350">
              <a:latin typeface="Liberation Sans"/>
            </a:endParaRPr>
          </a:p>
        </p:txBody>
      </p:sp>
      <p:sp>
        <p:nvSpPr>
          <p:cNvPr id="20485" name="Rectangle 5"/>
          <p:cNvSpPr>
            <a:spLocks noChangeArrowheads="1"/>
          </p:cNvSpPr>
          <p:nvPr/>
        </p:nvSpPr>
        <p:spPr bwMode="auto">
          <a:xfrm>
            <a:off x="3517106" y="4686300"/>
            <a:ext cx="2109788"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1350">
              <a:latin typeface="Liberation Sans"/>
            </a:endParaRPr>
          </a:p>
        </p:txBody>
      </p:sp>
      <p:sp>
        <p:nvSpPr>
          <p:cNvPr id="20488" name="Rectangle 8"/>
          <p:cNvSpPr>
            <a:spLocks noChangeArrowheads="1"/>
          </p:cNvSpPr>
          <p:nvPr/>
        </p:nvSpPr>
        <p:spPr bwMode="auto">
          <a:xfrm>
            <a:off x="2843808" y="1600200"/>
            <a:ext cx="6276975" cy="3543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67866" tIns="33338" rIns="67866" bIns="33338"/>
          <a:lstStyle/>
          <a:p>
            <a:pPr algn="ctr" eaLnBrk="0" hangingPunct="0"/>
            <a:endParaRPr lang="en-US" sz="2100" dirty="0">
              <a:latin typeface="Liberation Sans"/>
            </a:endParaRPr>
          </a:p>
          <a:p>
            <a:pPr algn="ctr" eaLnBrk="0" hangingPunct="0"/>
            <a:endParaRPr lang="en-US" sz="2100" dirty="0">
              <a:latin typeface="Liberation Sans"/>
            </a:endParaRPr>
          </a:p>
        </p:txBody>
      </p:sp>
    </p:spTree>
    <p:extLst>
      <p:ext uri="{BB962C8B-B14F-4D97-AF65-F5344CB8AC3E}">
        <p14:creationId xmlns:p14="http://schemas.microsoft.com/office/powerpoint/2010/main" val="2329402764"/>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Adobe XD example</a:t>
            </a:r>
          </a:p>
        </p:txBody>
      </p:sp>
      <p:pic>
        <p:nvPicPr>
          <p:cNvPr id="3074" name="Picture 2" descr="Image result for lo-fi prototyping advantages"/>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1715690" y="1601391"/>
            <a:ext cx="5000625" cy="28217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74533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High-Fidelity – Advantages</a:t>
            </a:r>
          </a:p>
        </p:txBody>
      </p:sp>
      <p:sp>
        <p:nvSpPr>
          <p:cNvPr id="3" name="Content Placeholder 2"/>
          <p:cNvSpPr>
            <a:spLocks noGrp="1"/>
          </p:cNvSpPr>
          <p:nvPr>
            <p:ph sz="half" idx="1"/>
          </p:nvPr>
        </p:nvSpPr>
        <p:spPr/>
        <p:txBody>
          <a:bodyPr/>
          <a:lstStyle/>
          <a:p>
            <a:r>
              <a:rPr lang="en-AU" dirty="0"/>
              <a:t>Can show complete functionality</a:t>
            </a:r>
          </a:p>
          <a:p>
            <a:r>
              <a:rPr lang="en-AU" dirty="0"/>
              <a:t>Fully interactive</a:t>
            </a:r>
          </a:p>
          <a:p>
            <a:pPr lvl="1"/>
            <a:r>
              <a:rPr lang="en-AU" dirty="0"/>
              <a:t>Can test workflow</a:t>
            </a:r>
          </a:p>
          <a:p>
            <a:r>
              <a:rPr lang="en-AU" dirty="0"/>
              <a:t>User-driven</a:t>
            </a:r>
          </a:p>
          <a:p>
            <a:r>
              <a:rPr lang="en-AU" dirty="0"/>
              <a:t>Clearly defines navigational scheme</a:t>
            </a:r>
          </a:p>
          <a:p>
            <a:r>
              <a:rPr lang="en-AU" dirty="0"/>
              <a:t>Use for exploration and testing</a:t>
            </a:r>
          </a:p>
          <a:p>
            <a:r>
              <a:rPr lang="en-AU" dirty="0"/>
              <a:t>Look and feel of the final product</a:t>
            </a:r>
          </a:p>
          <a:p>
            <a:r>
              <a:rPr lang="en-AU" dirty="0"/>
              <a:t>Serves as a living specification</a:t>
            </a:r>
          </a:p>
          <a:p>
            <a:r>
              <a:rPr lang="en-AU" dirty="0"/>
              <a:t>Marketing and sales tool</a:t>
            </a:r>
          </a:p>
        </p:txBody>
      </p:sp>
    </p:spTree>
    <p:extLst>
      <p:ext uri="{BB962C8B-B14F-4D97-AF65-F5344CB8AC3E}">
        <p14:creationId xmlns:p14="http://schemas.microsoft.com/office/powerpoint/2010/main" val="235260266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High-Fidelity – Disadvantages</a:t>
            </a:r>
          </a:p>
        </p:txBody>
      </p:sp>
      <p:sp>
        <p:nvSpPr>
          <p:cNvPr id="3" name="Content Placeholder 2"/>
          <p:cNvSpPr>
            <a:spLocks noGrp="1"/>
          </p:cNvSpPr>
          <p:nvPr>
            <p:ph sz="half" idx="1"/>
          </p:nvPr>
        </p:nvSpPr>
        <p:spPr/>
        <p:txBody>
          <a:bodyPr/>
          <a:lstStyle/>
          <a:p>
            <a:r>
              <a:rPr lang="en-AU" dirty="0"/>
              <a:t>Cost of ‘development’</a:t>
            </a:r>
          </a:p>
          <a:p>
            <a:r>
              <a:rPr lang="en-AU" dirty="0"/>
              <a:t>More resource intensive to develop</a:t>
            </a:r>
          </a:p>
          <a:p>
            <a:r>
              <a:rPr lang="en-AU" dirty="0"/>
              <a:t>Time consuming to create</a:t>
            </a:r>
          </a:p>
          <a:p>
            <a:r>
              <a:rPr lang="en-AU" dirty="0"/>
              <a:t>Inefficient for proof-of-concept designs</a:t>
            </a:r>
          </a:p>
          <a:p>
            <a:r>
              <a:rPr lang="en-AU" dirty="0"/>
              <a:t>Not effective for requirements gathering</a:t>
            </a:r>
          </a:p>
          <a:p>
            <a:pPr marL="0" indent="0">
              <a:buNone/>
            </a:pPr>
            <a:endParaRPr lang="en-AU" dirty="0"/>
          </a:p>
        </p:txBody>
      </p:sp>
    </p:spTree>
    <p:extLst>
      <p:ext uri="{BB962C8B-B14F-4D97-AF65-F5344CB8AC3E}">
        <p14:creationId xmlns:p14="http://schemas.microsoft.com/office/powerpoint/2010/main" val="392205225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4" name="Rectangle 6"/>
          <p:cNvSpPr>
            <a:spLocks noGrp="1" noChangeArrowheads="1"/>
          </p:cNvSpPr>
          <p:nvPr>
            <p:ph type="title"/>
          </p:nvPr>
        </p:nvSpPr>
        <p:spPr/>
        <p:txBody>
          <a:bodyPr/>
          <a:lstStyle/>
          <a:p>
            <a:r>
              <a:rPr lang="en-GB"/>
              <a:t>Using scenarios</a:t>
            </a:r>
            <a:endParaRPr lang="en-US" dirty="0"/>
          </a:p>
        </p:txBody>
      </p:sp>
      <p:sp>
        <p:nvSpPr>
          <p:cNvPr id="27655" name="Rectangle 7"/>
          <p:cNvSpPr>
            <a:spLocks noGrp="1" noChangeArrowheads="1"/>
          </p:cNvSpPr>
          <p:nvPr>
            <p:ph sz="half" idx="1"/>
          </p:nvPr>
        </p:nvSpPr>
        <p:spPr/>
        <p:txBody>
          <a:bodyPr/>
          <a:lstStyle/>
          <a:p>
            <a:r>
              <a:rPr lang="en-GB"/>
              <a:t>Express proposed or imagined situations </a:t>
            </a:r>
          </a:p>
          <a:p>
            <a:endParaRPr lang="en-GB"/>
          </a:p>
          <a:p>
            <a:r>
              <a:rPr lang="en-GB"/>
              <a:t>Used throughout design in various ways</a:t>
            </a:r>
          </a:p>
          <a:p>
            <a:pPr lvl="1"/>
            <a:r>
              <a:rPr lang="en-GB"/>
              <a:t>as a basis for overall design</a:t>
            </a:r>
          </a:p>
          <a:p>
            <a:pPr lvl="1"/>
            <a:r>
              <a:rPr lang="en-GB"/>
              <a:t>scripts for user evaluation of prototypes</a:t>
            </a:r>
          </a:p>
          <a:p>
            <a:pPr lvl="1"/>
            <a:r>
              <a:rPr lang="en-GB"/>
              <a:t>concrete examples of tasks</a:t>
            </a:r>
          </a:p>
          <a:p>
            <a:pPr lvl="1"/>
            <a:r>
              <a:rPr lang="en-GB"/>
              <a:t>as a means of co-operation across  </a:t>
            </a:r>
            <a:br>
              <a:rPr lang="en-GB"/>
            </a:br>
            <a:r>
              <a:rPr lang="en-GB"/>
              <a:t>professional boundaries</a:t>
            </a:r>
          </a:p>
          <a:p>
            <a:pPr lvl="1"/>
            <a:endParaRPr lang="en-GB"/>
          </a:p>
          <a:p>
            <a:r>
              <a:rPr lang="en-GB"/>
              <a:t>Plus and minus scenarios to explore extreme cases</a:t>
            </a:r>
            <a:endParaRPr lang="en-GB" dirty="0"/>
          </a:p>
        </p:txBody>
      </p:sp>
      <p:sp>
        <p:nvSpPr>
          <p:cNvPr id="9" name="Footer Placeholder 3"/>
          <p:cNvSpPr>
            <a:spLocks noGrp="1"/>
          </p:cNvSpPr>
          <p:nvPr>
            <p:ph type="ftr" sz="quarter" idx="4294967295"/>
          </p:nvPr>
        </p:nvSpPr>
        <p:spPr>
          <a:xfrm>
            <a:off x="1143000" y="4767263"/>
            <a:ext cx="2171700" cy="273844"/>
          </a:xfrm>
          <a:prstGeom prst="rect">
            <a:avLst/>
          </a:prstGeom>
        </p:spPr>
        <p:txBody>
          <a:bodyPr/>
          <a:lstStyle/>
          <a:p>
            <a:r>
              <a:rPr lang="en-GB" sz="750" dirty="0">
                <a:solidFill>
                  <a:schemeClr val="accent6">
                    <a:lumMod val="75000"/>
                  </a:schemeClr>
                </a:solidFill>
                <a:latin typeface="Liberation Sans"/>
              </a:rPr>
              <a:t>www.id-book.com</a:t>
            </a:r>
          </a:p>
        </p:txBody>
      </p:sp>
      <p:sp>
        <p:nvSpPr>
          <p:cNvPr id="27650" name="Rectangle 2"/>
          <p:cNvSpPr>
            <a:spLocks noChangeArrowheads="1"/>
          </p:cNvSpPr>
          <p:nvPr/>
        </p:nvSpPr>
        <p:spPr bwMode="auto">
          <a:xfrm>
            <a:off x="1670447" y="4686300"/>
            <a:ext cx="1423988"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1350">
              <a:latin typeface="Liberation Sans"/>
            </a:endParaRPr>
          </a:p>
        </p:txBody>
      </p:sp>
      <p:sp>
        <p:nvSpPr>
          <p:cNvPr id="27651" name="Rectangle 3"/>
          <p:cNvSpPr>
            <a:spLocks noChangeArrowheads="1"/>
          </p:cNvSpPr>
          <p:nvPr/>
        </p:nvSpPr>
        <p:spPr bwMode="auto">
          <a:xfrm>
            <a:off x="3517106" y="4686300"/>
            <a:ext cx="2109788"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1350">
              <a:latin typeface="Liberation Sans"/>
            </a:endParaRPr>
          </a:p>
        </p:txBody>
      </p:sp>
      <p:sp>
        <p:nvSpPr>
          <p:cNvPr id="27652" name="Rectangle 4"/>
          <p:cNvSpPr>
            <a:spLocks noChangeArrowheads="1"/>
          </p:cNvSpPr>
          <p:nvPr/>
        </p:nvSpPr>
        <p:spPr bwMode="auto">
          <a:xfrm>
            <a:off x="1670447" y="4686300"/>
            <a:ext cx="1423988"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1350">
              <a:latin typeface="Liberation Sans"/>
            </a:endParaRPr>
          </a:p>
        </p:txBody>
      </p:sp>
      <p:sp>
        <p:nvSpPr>
          <p:cNvPr id="27653" name="Rectangle 5"/>
          <p:cNvSpPr>
            <a:spLocks noChangeArrowheads="1"/>
          </p:cNvSpPr>
          <p:nvPr/>
        </p:nvSpPr>
        <p:spPr bwMode="auto">
          <a:xfrm>
            <a:off x="3517106" y="4686300"/>
            <a:ext cx="2109788"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1350">
              <a:latin typeface="Liberation Sans"/>
            </a:endParaRPr>
          </a:p>
        </p:txBody>
      </p:sp>
    </p:spTree>
    <p:extLst>
      <p:ext uri="{BB962C8B-B14F-4D97-AF65-F5344CB8AC3E}">
        <p14:creationId xmlns:p14="http://schemas.microsoft.com/office/powerpoint/2010/main" val="4073078213"/>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8" name="Rectangle 6"/>
          <p:cNvSpPr>
            <a:spLocks noGrp="1" noChangeArrowheads="1"/>
          </p:cNvSpPr>
          <p:nvPr>
            <p:ph type="title"/>
          </p:nvPr>
        </p:nvSpPr>
        <p:spPr/>
        <p:txBody>
          <a:bodyPr/>
          <a:lstStyle/>
          <a:p>
            <a:r>
              <a:rPr lang="en-GB"/>
              <a:t>Generate storyboard from scenario</a:t>
            </a:r>
            <a:endParaRPr lang="en-US" dirty="0"/>
          </a:p>
        </p:txBody>
      </p:sp>
      <p:sp>
        <p:nvSpPr>
          <p:cNvPr id="28679" name="Rectangle 7"/>
          <p:cNvSpPr>
            <a:spLocks noGrp="1" noChangeArrowheads="1"/>
          </p:cNvSpPr>
          <p:nvPr>
            <p:ph sz="half" idx="1"/>
          </p:nvPr>
        </p:nvSpPr>
        <p:spPr/>
        <p:txBody>
          <a:bodyPr/>
          <a:lstStyle/>
          <a:p>
            <a:endParaRPr lang="en-US"/>
          </a:p>
          <a:p>
            <a:endParaRPr lang="en-US"/>
          </a:p>
        </p:txBody>
      </p:sp>
      <p:sp>
        <p:nvSpPr>
          <p:cNvPr id="10" name="Footer Placeholder 4"/>
          <p:cNvSpPr>
            <a:spLocks noGrp="1"/>
          </p:cNvSpPr>
          <p:nvPr>
            <p:ph type="ftr" sz="quarter" idx="4294967295"/>
          </p:nvPr>
        </p:nvSpPr>
        <p:spPr>
          <a:xfrm>
            <a:off x="1143000" y="4801654"/>
            <a:ext cx="2171700" cy="357188"/>
          </a:xfrm>
          <a:prstGeom prst="rect">
            <a:avLst/>
          </a:prstGeom>
        </p:spPr>
        <p:txBody>
          <a:bodyPr/>
          <a:lstStyle/>
          <a:p>
            <a:r>
              <a:rPr lang="en-GB" sz="750" dirty="0">
                <a:solidFill>
                  <a:schemeClr val="accent6">
                    <a:lumMod val="75000"/>
                  </a:schemeClr>
                </a:solidFill>
              </a:rPr>
              <a:t>www.id-book.com</a:t>
            </a:r>
          </a:p>
        </p:txBody>
      </p:sp>
      <p:sp>
        <p:nvSpPr>
          <p:cNvPr id="28674" name="Rectangle 2"/>
          <p:cNvSpPr>
            <a:spLocks noChangeArrowheads="1"/>
          </p:cNvSpPr>
          <p:nvPr/>
        </p:nvSpPr>
        <p:spPr bwMode="auto">
          <a:xfrm>
            <a:off x="1670447" y="4686300"/>
            <a:ext cx="1423988"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1350"/>
          </a:p>
        </p:txBody>
      </p:sp>
      <p:sp>
        <p:nvSpPr>
          <p:cNvPr id="28675" name="Rectangle 3"/>
          <p:cNvSpPr>
            <a:spLocks noChangeArrowheads="1"/>
          </p:cNvSpPr>
          <p:nvPr/>
        </p:nvSpPr>
        <p:spPr bwMode="auto">
          <a:xfrm>
            <a:off x="3517106" y="4686300"/>
            <a:ext cx="2109788"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1350"/>
          </a:p>
        </p:txBody>
      </p:sp>
      <p:sp>
        <p:nvSpPr>
          <p:cNvPr id="28676" name="Rectangle 4"/>
          <p:cNvSpPr>
            <a:spLocks noChangeArrowheads="1"/>
          </p:cNvSpPr>
          <p:nvPr/>
        </p:nvSpPr>
        <p:spPr bwMode="auto">
          <a:xfrm>
            <a:off x="1670447" y="4686300"/>
            <a:ext cx="1423988"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1350"/>
          </a:p>
        </p:txBody>
      </p:sp>
      <p:sp>
        <p:nvSpPr>
          <p:cNvPr id="28677" name="Rectangle 5"/>
          <p:cNvSpPr>
            <a:spLocks noChangeArrowheads="1"/>
          </p:cNvSpPr>
          <p:nvPr/>
        </p:nvSpPr>
        <p:spPr bwMode="auto">
          <a:xfrm>
            <a:off x="3517106" y="4686300"/>
            <a:ext cx="2109788"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1350"/>
          </a:p>
        </p:txBody>
      </p:sp>
      <p:sp>
        <p:nvSpPr>
          <p:cNvPr id="28680" name="Rectangle 8"/>
          <p:cNvSpPr>
            <a:spLocks noChangeArrowheads="1"/>
          </p:cNvSpPr>
          <p:nvPr/>
        </p:nvSpPr>
        <p:spPr bwMode="auto">
          <a:xfrm>
            <a:off x="1670447" y="3543300"/>
            <a:ext cx="5881688" cy="1085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67866" tIns="33338" rIns="67866" bIns="33338"/>
          <a:lstStyle/>
          <a:p>
            <a:pPr eaLnBrk="0" hangingPunct="0">
              <a:spcBef>
                <a:spcPts val="450"/>
              </a:spcBef>
            </a:pPr>
            <a:endParaRPr lang="en-US">
              <a:latin typeface="Times New Roman" charset="0"/>
            </a:endParaRPr>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91865" y="995781"/>
            <a:ext cx="5778642" cy="380587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55473547"/>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Explore the user’s experience</a:t>
            </a:r>
            <a:endParaRPr lang="en-US" dirty="0"/>
          </a:p>
        </p:txBody>
      </p:sp>
      <p:sp>
        <p:nvSpPr>
          <p:cNvPr id="3" name="Text Placeholder 2"/>
          <p:cNvSpPr>
            <a:spLocks noGrp="1"/>
          </p:cNvSpPr>
          <p:nvPr>
            <p:ph sz="half" idx="1"/>
          </p:nvPr>
        </p:nvSpPr>
        <p:spPr/>
        <p:txBody>
          <a:bodyPr/>
          <a:lstStyle/>
          <a:p>
            <a:r>
              <a:rPr lang="en-US" dirty="0"/>
              <a:t>Use personas, card-based prototypes or post-it-notes to model the user experience</a:t>
            </a:r>
          </a:p>
          <a:p>
            <a:endParaRPr lang="en-US" dirty="0"/>
          </a:p>
          <a:p>
            <a:r>
              <a:rPr lang="en-US" dirty="0"/>
              <a:t>Visual representation called:</a:t>
            </a:r>
          </a:p>
          <a:p>
            <a:pPr lvl="1"/>
            <a:r>
              <a:rPr lang="en-US" dirty="0"/>
              <a:t>design map </a:t>
            </a:r>
          </a:p>
          <a:p>
            <a:pPr lvl="1"/>
            <a:r>
              <a:rPr lang="en-US" dirty="0"/>
              <a:t>customer/user journey map </a:t>
            </a:r>
          </a:p>
          <a:p>
            <a:pPr lvl="1"/>
            <a:r>
              <a:rPr lang="en-US" dirty="0"/>
              <a:t>experience map</a:t>
            </a:r>
          </a:p>
          <a:p>
            <a:pPr lvl="1"/>
            <a:endParaRPr lang="en-US" dirty="0"/>
          </a:p>
          <a:p>
            <a:r>
              <a:rPr lang="en-US" dirty="0"/>
              <a:t>Two common representations</a:t>
            </a:r>
          </a:p>
          <a:p>
            <a:pPr lvl="1"/>
            <a:r>
              <a:rPr lang="en-US" dirty="0"/>
              <a:t>wheel</a:t>
            </a:r>
          </a:p>
          <a:p>
            <a:pPr lvl="1"/>
            <a:r>
              <a:rPr lang="en-US" dirty="0"/>
              <a:t>timeline</a:t>
            </a:r>
          </a:p>
          <a:p>
            <a:endParaRPr lang="en-US" dirty="0"/>
          </a:p>
        </p:txBody>
      </p:sp>
      <p:sp>
        <p:nvSpPr>
          <p:cNvPr id="6" name="Footer Placeholder 5"/>
          <p:cNvSpPr>
            <a:spLocks noGrp="1"/>
          </p:cNvSpPr>
          <p:nvPr>
            <p:ph type="ftr" sz="quarter" idx="4294967295"/>
          </p:nvPr>
        </p:nvSpPr>
        <p:spPr>
          <a:xfrm>
            <a:off x="5829300" y="4786312"/>
            <a:ext cx="2171700" cy="357188"/>
          </a:xfrm>
          <a:prstGeom prst="rect">
            <a:avLst/>
          </a:prstGeom>
        </p:spPr>
        <p:txBody>
          <a:bodyPr/>
          <a:lstStyle/>
          <a:p>
            <a:r>
              <a:rPr lang="en-GB" sz="750" dirty="0">
                <a:solidFill>
                  <a:schemeClr val="accent6">
                    <a:lumMod val="75000"/>
                  </a:schemeClr>
                </a:solidFill>
              </a:rPr>
              <a:t>www.id-book.com</a:t>
            </a:r>
          </a:p>
        </p:txBody>
      </p:sp>
    </p:spTree>
    <p:extLst>
      <p:ext uri="{BB962C8B-B14F-4D97-AF65-F5344CB8AC3E}">
        <p14:creationId xmlns:p14="http://schemas.microsoft.com/office/powerpoint/2010/main" val="173768546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An experience map drawn as a wheel</a:t>
            </a:r>
            <a:endParaRPr lang="en-US" dirty="0"/>
          </a:p>
        </p:txBody>
      </p:sp>
      <p:sp>
        <p:nvSpPr>
          <p:cNvPr id="6" name="Footer Placeholder 5"/>
          <p:cNvSpPr>
            <a:spLocks noGrp="1"/>
          </p:cNvSpPr>
          <p:nvPr>
            <p:ph type="ftr" sz="quarter" idx="4294967295"/>
          </p:nvPr>
        </p:nvSpPr>
        <p:spPr>
          <a:xfrm>
            <a:off x="1143000" y="4786312"/>
            <a:ext cx="2171700" cy="357188"/>
          </a:xfrm>
          <a:prstGeom prst="rect">
            <a:avLst/>
          </a:prstGeom>
        </p:spPr>
        <p:txBody>
          <a:bodyPr/>
          <a:lstStyle/>
          <a:p>
            <a:r>
              <a:rPr lang="en-GB" sz="750" dirty="0">
                <a:solidFill>
                  <a:schemeClr val="accent6">
                    <a:lumMod val="75000"/>
                  </a:schemeClr>
                </a:solidFill>
              </a:rPr>
              <a:t>www.id-book.com</a:t>
            </a: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5900" y="943342"/>
            <a:ext cx="4575960" cy="3652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8685537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An experience map drawn as a timeline</a:t>
            </a:r>
            <a:endParaRPr lang="en-US" dirty="0"/>
          </a:p>
        </p:txBody>
      </p:sp>
      <p:sp>
        <p:nvSpPr>
          <p:cNvPr id="8" name="Content Placeholder 7"/>
          <p:cNvSpPr>
            <a:spLocks noGrp="1"/>
          </p:cNvSpPr>
          <p:nvPr>
            <p:ph sz="half" idx="1"/>
          </p:nvPr>
        </p:nvSpPr>
        <p:spPr/>
        <p:txBody>
          <a:bodyPr/>
          <a:lstStyle/>
          <a:p>
            <a:endParaRPr lang="en-AU"/>
          </a:p>
        </p:txBody>
      </p:sp>
      <p:sp>
        <p:nvSpPr>
          <p:cNvPr id="6" name="Footer Placeholder 5"/>
          <p:cNvSpPr>
            <a:spLocks noGrp="1"/>
          </p:cNvSpPr>
          <p:nvPr>
            <p:ph type="ftr" sz="quarter" idx="4294967295"/>
          </p:nvPr>
        </p:nvSpPr>
        <p:spPr>
          <a:xfrm>
            <a:off x="1143000" y="4786312"/>
            <a:ext cx="2171700" cy="357188"/>
          </a:xfrm>
          <a:prstGeom prst="rect">
            <a:avLst/>
          </a:prstGeom>
        </p:spPr>
        <p:txBody>
          <a:bodyPr/>
          <a:lstStyle/>
          <a:p>
            <a:r>
              <a:rPr lang="en-GB" sz="750" dirty="0">
                <a:solidFill>
                  <a:schemeClr val="accent6">
                    <a:lumMod val="75000"/>
                  </a:schemeClr>
                </a:solidFill>
              </a:rPr>
              <a:t>www.id-book.com</a:t>
            </a:r>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7634" y="1005576"/>
            <a:ext cx="6588233" cy="36724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8634996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3B91B5-E013-4B12-A521-658A547C8985}"/>
              </a:ext>
            </a:extLst>
          </p:cNvPr>
          <p:cNvSpPr>
            <a:spLocks noGrp="1"/>
          </p:cNvSpPr>
          <p:nvPr>
            <p:ph type="title"/>
          </p:nvPr>
        </p:nvSpPr>
        <p:spPr/>
        <p:txBody>
          <a:bodyPr/>
          <a:lstStyle/>
          <a:p>
            <a:r>
              <a:rPr lang="en-AU" dirty="0"/>
              <a:t>Testable Prototype</a:t>
            </a:r>
          </a:p>
        </p:txBody>
      </p:sp>
      <p:sp>
        <p:nvSpPr>
          <p:cNvPr id="3" name="Content Placeholder 2">
            <a:extLst>
              <a:ext uri="{FF2B5EF4-FFF2-40B4-BE49-F238E27FC236}">
                <a16:creationId xmlns:a16="http://schemas.microsoft.com/office/drawing/2014/main" id="{03C1942D-63AB-4EA6-9B74-6236528CD7CB}"/>
              </a:ext>
            </a:extLst>
          </p:cNvPr>
          <p:cNvSpPr>
            <a:spLocks noGrp="1"/>
          </p:cNvSpPr>
          <p:nvPr>
            <p:ph sz="half" idx="1"/>
          </p:nvPr>
        </p:nvSpPr>
        <p:spPr/>
        <p:txBody>
          <a:bodyPr/>
          <a:lstStyle/>
          <a:p>
            <a:r>
              <a:rPr lang="en-AU" dirty="0"/>
              <a:t>A candidate design solution</a:t>
            </a:r>
          </a:p>
          <a:p>
            <a:r>
              <a:rPr lang="en-AU" dirty="0"/>
              <a:t>Watch users work with an actual example of the system</a:t>
            </a:r>
          </a:p>
          <a:p>
            <a:endParaRPr lang="en-AU" dirty="0"/>
          </a:p>
          <a:p>
            <a:r>
              <a:rPr lang="en-AU" dirty="0"/>
              <a:t>Options</a:t>
            </a:r>
          </a:p>
          <a:p>
            <a:pPr lvl="1"/>
            <a:r>
              <a:rPr lang="en-AU" dirty="0"/>
              <a:t>Single page vs multipage prototypes</a:t>
            </a:r>
          </a:p>
          <a:p>
            <a:pPr lvl="1"/>
            <a:r>
              <a:rPr lang="en-AU" dirty="0"/>
              <a:t>Realistic and detailed vs hand sketched</a:t>
            </a:r>
          </a:p>
          <a:p>
            <a:pPr lvl="1"/>
            <a:r>
              <a:rPr lang="en-AU" dirty="0"/>
              <a:t>Interactive vs static</a:t>
            </a:r>
          </a:p>
        </p:txBody>
      </p:sp>
      <p:sp>
        <p:nvSpPr>
          <p:cNvPr id="5" name="TextBox 4">
            <a:extLst>
              <a:ext uri="{FF2B5EF4-FFF2-40B4-BE49-F238E27FC236}">
                <a16:creationId xmlns:a16="http://schemas.microsoft.com/office/drawing/2014/main" id="{72D38F5F-543B-114E-A7B4-48278FC0E418}"/>
              </a:ext>
            </a:extLst>
          </p:cNvPr>
          <p:cNvSpPr txBox="1"/>
          <p:nvPr/>
        </p:nvSpPr>
        <p:spPr>
          <a:xfrm>
            <a:off x="5416698" y="4850568"/>
            <a:ext cx="3727302" cy="230832"/>
          </a:xfrm>
          <a:prstGeom prst="rect">
            <a:avLst/>
          </a:prstGeom>
          <a:noFill/>
        </p:spPr>
        <p:txBody>
          <a:bodyPr wrap="none" rtlCol="0">
            <a:spAutoFit/>
          </a:bodyPr>
          <a:lstStyle/>
          <a:p>
            <a:r>
              <a:rPr lang="en-AU" sz="900" dirty="0"/>
              <a:t>https://www.nngroup.com/articles/ux-prototype-hi-lo-fidelity/</a:t>
            </a:r>
          </a:p>
        </p:txBody>
      </p:sp>
    </p:spTree>
    <p:extLst>
      <p:ext uri="{BB962C8B-B14F-4D97-AF65-F5344CB8AC3E}">
        <p14:creationId xmlns:p14="http://schemas.microsoft.com/office/powerpoint/2010/main" val="35803775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NN/g</a:t>
            </a:r>
          </a:p>
        </p:txBody>
      </p:sp>
      <p:pic>
        <p:nvPicPr>
          <p:cNvPr id="4" name="Content Placeholder 3"/>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2840008" y="107759"/>
            <a:ext cx="2318657" cy="5035741"/>
          </a:xfrm>
        </p:spPr>
      </p:pic>
      <p:sp>
        <p:nvSpPr>
          <p:cNvPr id="5" name="TextBox 4"/>
          <p:cNvSpPr txBox="1"/>
          <p:nvPr/>
        </p:nvSpPr>
        <p:spPr>
          <a:xfrm>
            <a:off x="5416698" y="4850568"/>
            <a:ext cx="3727302" cy="230832"/>
          </a:xfrm>
          <a:prstGeom prst="rect">
            <a:avLst/>
          </a:prstGeom>
          <a:noFill/>
        </p:spPr>
        <p:txBody>
          <a:bodyPr wrap="none" rtlCol="0">
            <a:spAutoFit/>
          </a:bodyPr>
          <a:lstStyle/>
          <a:p>
            <a:r>
              <a:rPr lang="en-AU" sz="900" dirty="0"/>
              <a:t>https://www.nngroup.com/articles/ux-prototype-hi-lo-fidelity/</a:t>
            </a:r>
          </a:p>
        </p:txBody>
      </p:sp>
      <p:sp>
        <p:nvSpPr>
          <p:cNvPr id="6" name="Hexagon 5"/>
          <p:cNvSpPr/>
          <p:nvPr/>
        </p:nvSpPr>
        <p:spPr>
          <a:xfrm>
            <a:off x="7654226" y="62100"/>
            <a:ext cx="1350000" cy="1350000"/>
          </a:xfrm>
          <a:prstGeom prst="hexagon">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AU" sz="3000" dirty="0">
                <a:latin typeface="Font Awesome 5 Free Solid" panose="02000503000000000000" pitchFamily="50" charset="0"/>
              </a:rPr>
              <a:t></a:t>
            </a:r>
            <a:r>
              <a:rPr lang="en-AU" sz="1350" dirty="0">
                <a:latin typeface="Font Awesome 5 Free Solid" panose="02000503000000000000" pitchFamily="50" charset="0"/>
              </a:rPr>
              <a:t> </a:t>
            </a:r>
            <a:br>
              <a:rPr lang="en-AU" sz="1350" dirty="0">
                <a:latin typeface="Font Awesome 5 Free Solid" panose="02000503000000000000" pitchFamily="50" charset="0"/>
              </a:rPr>
            </a:br>
            <a:r>
              <a:rPr lang="en-AU" sz="1350" dirty="0"/>
              <a:t>Tool</a:t>
            </a:r>
          </a:p>
        </p:txBody>
      </p:sp>
    </p:spTree>
    <p:extLst>
      <p:ext uri="{BB962C8B-B14F-4D97-AF65-F5344CB8AC3E}">
        <p14:creationId xmlns:p14="http://schemas.microsoft.com/office/powerpoint/2010/main" val="1848859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Example Tools</a:t>
            </a:r>
          </a:p>
        </p:txBody>
      </p:sp>
      <p:sp>
        <p:nvSpPr>
          <p:cNvPr id="3" name="Content Placeholder 2"/>
          <p:cNvSpPr>
            <a:spLocks noGrp="1"/>
          </p:cNvSpPr>
          <p:nvPr>
            <p:ph sz="half" idx="1"/>
          </p:nvPr>
        </p:nvSpPr>
        <p:spPr/>
        <p:txBody>
          <a:bodyPr/>
          <a:lstStyle/>
          <a:p>
            <a:r>
              <a:rPr lang="en-AU" dirty="0"/>
              <a:t>Axure RP</a:t>
            </a:r>
          </a:p>
          <a:p>
            <a:r>
              <a:rPr lang="en-AU" dirty="0"/>
              <a:t>Adobe XD</a:t>
            </a:r>
          </a:p>
          <a:p>
            <a:r>
              <a:rPr lang="en-AU" dirty="0"/>
              <a:t>Figma</a:t>
            </a:r>
          </a:p>
          <a:p>
            <a:endParaRPr lang="en-AU" dirty="0"/>
          </a:p>
          <a:p>
            <a:r>
              <a:rPr lang="en-AU" dirty="0" err="1"/>
              <a:t>Balsamiq</a:t>
            </a:r>
            <a:endParaRPr lang="en-AU" dirty="0"/>
          </a:p>
          <a:p>
            <a:r>
              <a:rPr lang="en-AU" dirty="0" err="1"/>
              <a:t>JustInMind</a:t>
            </a:r>
            <a:endParaRPr lang="en-AU" dirty="0"/>
          </a:p>
          <a:p>
            <a:r>
              <a:rPr lang="en-AU" dirty="0" err="1"/>
              <a:t>UXPin</a:t>
            </a:r>
            <a:endParaRPr lang="en-AU" dirty="0"/>
          </a:p>
          <a:p>
            <a:r>
              <a:rPr lang="en-AU" dirty="0" err="1"/>
              <a:t>Mockplus</a:t>
            </a:r>
            <a:endParaRPr lang="en-AU" dirty="0"/>
          </a:p>
          <a:p>
            <a:r>
              <a:rPr lang="en-AU" dirty="0"/>
              <a:t>Pencil</a:t>
            </a:r>
          </a:p>
          <a:p>
            <a:endParaRPr lang="en-AU" dirty="0"/>
          </a:p>
          <a:p>
            <a:pPr lvl="8"/>
            <a:endParaRPr lang="en-AU" dirty="0"/>
          </a:p>
        </p:txBody>
      </p:sp>
      <p:sp>
        <p:nvSpPr>
          <p:cNvPr id="4" name="Rounded Rectangle 3"/>
          <p:cNvSpPr/>
          <p:nvPr/>
        </p:nvSpPr>
        <p:spPr>
          <a:xfrm>
            <a:off x="546653" y="3958817"/>
            <a:ext cx="7190521" cy="737482"/>
          </a:xfrm>
          <a:prstGeom prst="roundRect">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AU" sz="1350" dirty="0"/>
              <a:t>I don’t recommend any specific tool for your project; you can decide which tool is the right one for you.</a:t>
            </a:r>
          </a:p>
        </p:txBody>
      </p:sp>
    </p:spTree>
    <p:extLst>
      <p:ext uri="{BB962C8B-B14F-4D97-AF65-F5344CB8AC3E}">
        <p14:creationId xmlns:p14="http://schemas.microsoft.com/office/powerpoint/2010/main" val="267451847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Construction: physical computing</a:t>
            </a:r>
            <a:endParaRPr lang="en-US" dirty="0"/>
          </a:p>
        </p:txBody>
      </p:sp>
      <p:sp>
        <p:nvSpPr>
          <p:cNvPr id="3" name="Text Placeholder 2"/>
          <p:cNvSpPr>
            <a:spLocks noGrp="1"/>
          </p:cNvSpPr>
          <p:nvPr>
            <p:ph sz="half" idx="1"/>
          </p:nvPr>
        </p:nvSpPr>
        <p:spPr/>
        <p:txBody>
          <a:bodyPr/>
          <a:lstStyle/>
          <a:p>
            <a:r>
              <a:rPr lang="en-US" dirty="0"/>
              <a:t>Build and code prototypes using electronics</a:t>
            </a:r>
          </a:p>
          <a:p>
            <a:endParaRPr lang="en-US" dirty="0"/>
          </a:p>
          <a:p>
            <a:r>
              <a:rPr lang="en-US" dirty="0"/>
              <a:t>Toolkits available include</a:t>
            </a:r>
          </a:p>
          <a:p>
            <a:pPr lvl="1"/>
            <a:r>
              <a:rPr lang="en-US" dirty="0"/>
              <a:t>Arduino</a:t>
            </a:r>
          </a:p>
          <a:p>
            <a:pPr lvl="1"/>
            <a:r>
              <a:rPr lang="en-US" dirty="0" err="1"/>
              <a:t>LilyPad</a:t>
            </a:r>
            <a:r>
              <a:rPr lang="en-US" dirty="0"/>
              <a:t> (for fabrics)</a:t>
            </a:r>
          </a:p>
          <a:p>
            <a:pPr lvl="1"/>
            <a:r>
              <a:rPr lang="en-US" dirty="0" err="1"/>
              <a:t>Senseboard</a:t>
            </a:r>
            <a:endParaRPr lang="en-US" dirty="0"/>
          </a:p>
          <a:p>
            <a:pPr lvl="1"/>
            <a:r>
              <a:rPr lang="en-US" dirty="0" err="1"/>
              <a:t>MaKey</a:t>
            </a:r>
            <a:r>
              <a:rPr lang="en-US" dirty="0"/>
              <a:t> </a:t>
            </a:r>
            <a:r>
              <a:rPr lang="en-US" dirty="0" err="1"/>
              <a:t>MaKey</a:t>
            </a:r>
            <a:endParaRPr lang="en-US" dirty="0"/>
          </a:p>
          <a:p>
            <a:pPr lvl="1"/>
            <a:r>
              <a:rPr lang="en-US" dirty="0"/>
              <a:t>Raspberry Pi</a:t>
            </a:r>
          </a:p>
          <a:p>
            <a:pPr lvl="1"/>
            <a:r>
              <a:rPr lang="en-US" dirty="0" err="1"/>
              <a:t>Partice</a:t>
            </a:r>
            <a:endParaRPr lang="en-US" dirty="0"/>
          </a:p>
          <a:p>
            <a:pPr lvl="1"/>
            <a:endParaRPr lang="en-US" dirty="0"/>
          </a:p>
          <a:p>
            <a:r>
              <a:rPr lang="en-US" dirty="0"/>
              <a:t>Designed for use by wide range of people</a:t>
            </a:r>
          </a:p>
        </p:txBody>
      </p:sp>
    </p:spTree>
    <p:extLst>
      <p:ext uri="{BB962C8B-B14F-4D97-AF65-F5344CB8AC3E}">
        <p14:creationId xmlns:p14="http://schemas.microsoft.com/office/powerpoint/2010/main" val="396080966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Human Interface Guidelines</a:t>
            </a:r>
          </a:p>
        </p:txBody>
      </p:sp>
      <p:sp>
        <p:nvSpPr>
          <p:cNvPr id="3" name="Content Placeholder 2"/>
          <p:cNvSpPr>
            <a:spLocks noGrp="1"/>
          </p:cNvSpPr>
          <p:nvPr>
            <p:ph sz="half" idx="1"/>
          </p:nvPr>
        </p:nvSpPr>
        <p:spPr/>
        <p:txBody>
          <a:bodyPr/>
          <a:lstStyle/>
          <a:p>
            <a:r>
              <a:rPr lang="en-AU" dirty="0"/>
              <a:t>Apple</a:t>
            </a:r>
          </a:p>
          <a:p>
            <a:r>
              <a:rPr lang="en-AU" dirty="0"/>
              <a:t>Windows</a:t>
            </a:r>
          </a:p>
          <a:p>
            <a:r>
              <a:rPr lang="en-AU" dirty="0"/>
              <a:t>Android</a:t>
            </a:r>
          </a:p>
          <a:p>
            <a:r>
              <a:rPr lang="en-AU" dirty="0"/>
              <a:t>Ubuntu</a:t>
            </a:r>
          </a:p>
          <a:p>
            <a:endParaRPr lang="en-AU" dirty="0"/>
          </a:p>
          <a:p>
            <a:r>
              <a:rPr lang="en-AU" dirty="0"/>
              <a:t>Links are available on Moodle</a:t>
            </a:r>
          </a:p>
        </p:txBody>
      </p:sp>
    </p:spTree>
    <p:extLst>
      <p:ext uri="{BB962C8B-B14F-4D97-AF65-F5344CB8AC3E}">
        <p14:creationId xmlns:p14="http://schemas.microsoft.com/office/powerpoint/2010/main" val="267959685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4294967295"/>
          </p:nvPr>
        </p:nvSpPr>
        <p:spPr>
          <a:xfrm>
            <a:off x="1143000" y="4767263"/>
            <a:ext cx="2171700" cy="273844"/>
          </a:xfrm>
          <a:prstGeom prst="rect">
            <a:avLst/>
          </a:prstGeom>
        </p:spPr>
        <p:txBody>
          <a:bodyPr/>
          <a:lstStyle/>
          <a:p>
            <a:r>
              <a:rPr lang="en-GB" sz="750" dirty="0">
                <a:solidFill>
                  <a:schemeClr val="accent6">
                    <a:lumMod val="75000"/>
                  </a:schemeClr>
                </a:solidFill>
              </a:rPr>
              <a:t>www.id-book.com</a:t>
            </a: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66288" y="153646"/>
            <a:ext cx="6315740" cy="462030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4282306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55919" y="1258226"/>
            <a:ext cx="6347825" cy="1611674"/>
          </a:xfrm>
        </p:spPr>
        <p:txBody>
          <a:bodyPr anchor="b">
            <a:normAutofit/>
          </a:bodyPr>
          <a:lstStyle/>
          <a:p>
            <a:r>
              <a:rPr lang="en-AU" dirty="0"/>
              <a:t>Take Home Message…</a:t>
            </a:r>
          </a:p>
        </p:txBody>
      </p:sp>
      <p:sp>
        <p:nvSpPr>
          <p:cNvPr id="3" name="Content Placeholder 2"/>
          <p:cNvSpPr>
            <a:spLocks noGrp="1"/>
          </p:cNvSpPr>
          <p:nvPr>
            <p:ph type="subTitle" idx="1"/>
          </p:nvPr>
        </p:nvSpPr>
        <p:spPr>
          <a:xfrm>
            <a:off x="355919" y="3042377"/>
            <a:ext cx="6347825" cy="961732"/>
          </a:xfrm>
        </p:spPr>
        <p:txBody>
          <a:bodyPr anchor="t">
            <a:normAutofit/>
          </a:bodyPr>
          <a:lstStyle/>
          <a:p>
            <a:r>
              <a:rPr lang="en-AU" dirty="0"/>
              <a:t>Consider the message that you want to create when designing your interfaces.</a:t>
            </a:r>
          </a:p>
        </p:txBody>
      </p:sp>
    </p:spTree>
    <p:extLst>
      <p:ext uri="{BB962C8B-B14F-4D97-AF65-F5344CB8AC3E}">
        <p14:creationId xmlns:p14="http://schemas.microsoft.com/office/powerpoint/2010/main" val="18154532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References and Resources</a:t>
            </a:r>
          </a:p>
        </p:txBody>
      </p:sp>
      <p:sp>
        <p:nvSpPr>
          <p:cNvPr id="3" name="Content Placeholder 2"/>
          <p:cNvSpPr>
            <a:spLocks noGrp="1"/>
          </p:cNvSpPr>
          <p:nvPr>
            <p:ph sz="half" idx="1"/>
          </p:nvPr>
        </p:nvSpPr>
        <p:spPr/>
        <p:txBody>
          <a:bodyPr/>
          <a:lstStyle/>
          <a:p>
            <a:r>
              <a:rPr lang="en-AU" dirty="0" err="1"/>
              <a:t>Babich</a:t>
            </a:r>
            <a:r>
              <a:rPr lang="en-AU" dirty="0"/>
              <a:t>, N. (2017) “Prototyping 101: The Difference between Low-Fidelity and High-Fidelity Prototypes and When to Use Each” [Available: </a:t>
            </a:r>
            <a:r>
              <a:rPr lang="en-AU" dirty="0">
                <a:hlinkClick r:id="rId2"/>
              </a:rPr>
              <a:t>https://theblog.adobe.com/prototyping-difference-low-fidelity-high-fidelity-prototypes-use/</a:t>
            </a:r>
            <a:r>
              <a:rPr lang="en-AU" dirty="0"/>
              <a:t>]</a:t>
            </a:r>
          </a:p>
          <a:p>
            <a:r>
              <a:rPr lang="en-AU" dirty="0" err="1"/>
              <a:t>CanvasFlip</a:t>
            </a:r>
            <a:r>
              <a:rPr lang="en-AU" dirty="0"/>
              <a:t> (2016) “The art of UX sketching and paper” [Available: </a:t>
            </a:r>
            <a:r>
              <a:rPr lang="en-AU" dirty="0">
                <a:hlinkClick r:id="rId3"/>
              </a:rPr>
              <a:t>https://uxplanet.org/the-art-of-ux-sketching-and-paper-prototyping-5dae5a1efc7d</a:t>
            </a:r>
            <a:r>
              <a:rPr lang="en-AU" dirty="0"/>
              <a:t>] </a:t>
            </a:r>
          </a:p>
          <a:p>
            <a:r>
              <a:rPr lang="en-AU" dirty="0"/>
              <a:t>Interaction Design Foundation (2016) “UX Tools: </a:t>
            </a:r>
            <a:r>
              <a:rPr lang="en-AU" dirty="0" err="1"/>
              <a:t>Wireframing</a:t>
            </a:r>
            <a:r>
              <a:rPr lang="en-AU" dirty="0"/>
              <a:t> and Prototyping Tools [Available: </a:t>
            </a:r>
            <a:r>
              <a:rPr lang="en-AU" dirty="0">
                <a:hlinkClick r:id="rId4"/>
              </a:rPr>
              <a:t>https://www.interaction-design.org/literature/article/ux-tools-wireframing-and-prototyping-tools</a:t>
            </a:r>
            <a:r>
              <a:rPr lang="en-AU" dirty="0"/>
              <a:t>] </a:t>
            </a:r>
          </a:p>
          <a:p>
            <a:r>
              <a:rPr lang="en-AU" dirty="0" err="1"/>
              <a:t>Tubik</a:t>
            </a:r>
            <a:r>
              <a:rPr lang="en-AU" dirty="0"/>
              <a:t> Studio (2017) “Information Architecture. Basics for Designers” [Available: </a:t>
            </a:r>
            <a:r>
              <a:rPr lang="en-AU" dirty="0">
                <a:hlinkClick r:id="rId5"/>
              </a:rPr>
              <a:t>https://uxplanet.org/information-architecture-basics-for-designers-b5d43df62e20</a:t>
            </a:r>
            <a:r>
              <a:rPr lang="en-AU" dirty="0"/>
              <a:t>] </a:t>
            </a:r>
          </a:p>
        </p:txBody>
      </p:sp>
    </p:spTree>
    <p:extLst>
      <p:ext uri="{BB962C8B-B14F-4D97-AF65-F5344CB8AC3E}">
        <p14:creationId xmlns:p14="http://schemas.microsoft.com/office/powerpoint/2010/main" val="175507338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1" y="0"/>
            <a:ext cx="2807369" cy="5143500"/>
          </a:xfrm>
          <a:prstGeom prst="rect">
            <a:avLst/>
          </a:prstGeom>
          <a:solidFill>
            <a:schemeClr val="accent2"/>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AU" sz="1800" b="0" i="0" u="none" strike="noStrike" cap="none" spc="0" normalizeH="0" baseline="0">
              <a:ln>
                <a:noFill/>
              </a:ln>
              <a:solidFill>
                <a:srgbClr val="000000"/>
              </a:solidFill>
              <a:effectLst/>
              <a:uFillTx/>
              <a:latin typeface="Montserrat-Regular"/>
              <a:ea typeface="Montserrat-Regular"/>
              <a:cs typeface="Montserrat-Regular"/>
              <a:sym typeface="Montserrat-Regular"/>
            </a:endParaRPr>
          </a:p>
        </p:txBody>
      </p:sp>
      <p:sp>
        <p:nvSpPr>
          <p:cNvPr id="8" name="Rectangle 7"/>
          <p:cNvSpPr/>
          <p:nvPr/>
        </p:nvSpPr>
        <p:spPr>
          <a:xfrm>
            <a:off x="2807369" y="0"/>
            <a:ext cx="6336632" cy="5143500"/>
          </a:xfrm>
          <a:prstGeom prst="rect">
            <a:avLst/>
          </a:prstGeom>
          <a:solidFill>
            <a:schemeClr val="accent3"/>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AU" sz="1800" b="0" i="0" u="none" strike="noStrike" cap="none" spc="0" normalizeH="0" baseline="0">
              <a:ln>
                <a:noFill/>
              </a:ln>
              <a:solidFill>
                <a:srgbClr val="000000"/>
              </a:solidFill>
              <a:effectLst/>
              <a:uFillTx/>
              <a:latin typeface="Montserrat-Regular"/>
              <a:ea typeface="Montserrat-Regular"/>
              <a:cs typeface="Montserrat-Regular"/>
              <a:sym typeface="Montserrat-Regular"/>
            </a:endParaRPr>
          </a:p>
        </p:txBody>
      </p:sp>
      <p:sp>
        <p:nvSpPr>
          <p:cNvPr id="6" name="Chevron 5"/>
          <p:cNvSpPr/>
          <p:nvPr/>
        </p:nvSpPr>
        <p:spPr>
          <a:xfrm>
            <a:off x="1" y="0"/>
            <a:ext cx="3451136" cy="5143500"/>
          </a:xfrm>
          <a:prstGeom prst="chevron">
            <a:avLst>
              <a:gd name="adj" fmla="val 7561"/>
            </a:avLst>
          </a:prstGeom>
          <a:solidFill>
            <a:schemeClr val="accent2"/>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AU" sz="1800" b="0" i="0" u="none" strike="noStrike" cap="none" spc="0" normalizeH="0" baseline="0">
              <a:ln>
                <a:noFill/>
              </a:ln>
              <a:solidFill>
                <a:srgbClr val="000000"/>
              </a:solidFill>
              <a:effectLst/>
              <a:uFillTx/>
              <a:latin typeface="Montserrat-Regular"/>
              <a:ea typeface="Montserrat-Regular"/>
              <a:cs typeface="Montserrat-Regular"/>
              <a:sym typeface="Montserrat-Regular"/>
            </a:endParaRPr>
          </a:p>
        </p:txBody>
      </p:sp>
      <p:sp>
        <p:nvSpPr>
          <p:cNvPr id="3" name="Title 2"/>
          <p:cNvSpPr txBox="1">
            <a:spLocks/>
          </p:cNvSpPr>
          <p:nvPr/>
        </p:nvSpPr>
        <p:spPr>
          <a:xfrm>
            <a:off x="355919" y="342900"/>
            <a:ext cx="2451449" cy="4533900"/>
          </a:xfrm>
          <a:prstGeom prst="rect">
            <a:avLst/>
          </a:prstGeom>
          <a:effectLst/>
        </p:spPr>
        <p:txBody>
          <a:bodyPr anchor="ctr"/>
          <a:lstStyle>
            <a:lvl1pPr algn="l" defTabSz="685800" rtl="0" eaLnBrk="1" latinLnBrk="0" hangingPunct="1">
              <a:lnSpc>
                <a:spcPct val="90000"/>
              </a:lnSpc>
              <a:spcBef>
                <a:spcPct val="0"/>
              </a:spcBef>
              <a:buNone/>
              <a:defRPr sz="3300" kern="1200">
                <a:solidFill>
                  <a:schemeClr val="accent3"/>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4000" dirty="0">
                <a:solidFill>
                  <a:schemeClr val="bg1"/>
                </a:solidFill>
              </a:rPr>
              <a:t>Things </a:t>
            </a:r>
            <a:br>
              <a:rPr lang="en-AU" sz="4000" dirty="0">
                <a:solidFill>
                  <a:schemeClr val="bg1"/>
                </a:solidFill>
              </a:rPr>
            </a:br>
            <a:r>
              <a:rPr lang="en-AU" sz="4000" dirty="0">
                <a:solidFill>
                  <a:schemeClr val="bg1"/>
                </a:solidFill>
              </a:rPr>
              <a:t>to think</a:t>
            </a:r>
            <a:br>
              <a:rPr lang="en-AU" sz="4000" dirty="0">
                <a:solidFill>
                  <a:schemeClr val="bg1"/>
                </a:solidFill>
              </a:rPr>
            </a:br>
            <a:r>
              <a:rPr lang="en-AU" sz="4000" dirty="0">
                <a:solidFill>
                  <a:schemeClr val="bg1"/>
                </a:solidFill>
              </a:rPr>
              <a:t>about</a:t>
            </a:r>
          </a:p>
        </p:txBody>
      </p:sp>
      <p:sp>
        <p:nvSpPr>
          <p:cNvPr id="9" name="Text Placeholder 3"/>
          <p:cNvSpPr txBox="1">
            <a:spLocks/>
          </p:cNvSpPr>
          <p:nvPr/>
        </p:nvSpPr>
        <p:spPr>
          <a:xfrm>
            <a:off x="3673642" y="342901"/>
            <a:ext cx="5137592" cy="4533899"/>
          </a:xfrm>
          <a:prstGeom prst="rect">
            <a:avLst/>
          </a:prstGeom>
          <a:effectLst/>
        </p:spPr>
        <p:txBody>
          <a:bodyPr anchor="ctr"/>
          <a:lstStyle>
            <a:lvl1pPr marL="171450" indent="-171450" algn="l" defTabSz="685800" rtl="0" eaLnBrk="1" latinLnBrk="0" hangingPunct="1">
              <a:lnSpc>
                <a:spcPct val="90000"/>
              </a:lnSpc>
              <a:spcBef>
                <a:spcPts val="750"/>
              </a:spcBef>
              <a:buFont typeface="Arial" panose="020B0604020202020204" pitchFamily="34" charset="0"/>
              <a:buChar char="•"/>
              <a:defRPr sz="16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6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6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6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6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AU" sz="2000" dirty="0">
                <a:solidFill>
                  <a:schemeClr val="bg1"/>
                </a:solidFill>
                <a:latin typeface="Montserrat" pitchFamily="2" charset="77"/>
              </a:rPr>
              <a:t>What is the purpose of prototyping?</a:t>
            </a:r>
          </a:p>
          <a:p>
            <a:pPr marL="0" indent="0">
              <a:buNone/>
            </a:pPr>
            <a:endParaRPr lang="en-AU" sz="2000" dirty="0">
              <a:solidFill>
                <a:schemeClr val="bg1"/>
              </a:solidFill>
              <a:latin typeface="Montserrat" pitchFamily="2" charset="77"/>
            </a:endParaRPr>
          </a:p>
          <a:p>
            <a:pPr marL="0" indent="0">
              <a:buNone/>
            </a:pPr>
            <a:r>
              <a:rPr lang="en-AU" sz="2000" dirty="0">
                <a:solidFill>
                  <a:schemeClr val="bg1"/>
                </a:solidFill>
                <a:latin typeface="Montserrat" pitchFamily="2" charset="77"/>
              </a:rPr>
              <a:t>What is the difference between Lo-fi and Hi-fi designs?</a:t>
            </a:r>
          </a:p>
          <a:p>
            <a:pPr marL="0" indent="0">
              <a:buNone/>
            </a:pPr>
            <a:endParaRPr lang="en-AU" sz="2000" dirty="0">
              <a:solidFill>
                <a:schemeClr val="bg1"/>
              </a:solidFill>
              <a:latin typeface="Montserrat" pitchFamily="2" charset="77"/>
            </a:endParaRPr>
          </a:p>
          <a:p>
            <a:pPr marL="0" indent="0">
              <a:buNone/>
            </a:pPr>
            <a:r>
              <a:rPr lang="en-AU" sz="2000" dirty="0">
                <a:solidFill>
                  <a:schemeClr val="bg1"/>
                </a:solidFill>
                <a:latin typeface="Montserrat" pitchFamily="2" charset="77"/>
              </a:rPr>
              <a:t>What is a storyboard? When can these be used?</a:t>
            </a:r>
          </a:p>
          <a:p>
            <a:pPr marL="0" indent="0">
              <a:buNone/>
            </a:pPr>
            <a:endParaRPr lang="en-AU" sz="2000" dirty="0">
              <a:solidFill>
                <a:schemeClr val="bg1"/>
              </a:solidFill>
              <a:latin typeface="Montserrat" pitchFamily="2" charset="77"/>
            </a:endParaRPr>
          </a:p>
          <a:p>
            <a:pPr marL="0" indent="0">
              <a:buNone/>
            </a:pPr>
            <a:r>
              <a:rPr lang="en-AU" sz="2000" dirty="0">
                <a:solidFill>
                  <a:schemeClr val="bg1"/>
                </a:solidFill>
                <a:latin typeface="Montserrat" pitchFamily="2" charset="77"/>
              </a:rPr>
              <a:t>What should you show your client?</a:t>
            </a:r>
          </a:p>
        </p:txBody>
      </p:sp>
    </p:spTree>
    <p:extLst>
      <p:ext uri="{BB962C8B-B14F-4D97-AF65-F5344CB8AC3E}">
        <p14:creationId xmlns:p14="http://schemas.microsoft.com/office/powerpoint/2010/main" val="383736917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dirty="0"/>
              <a:t>Questions</a:t>
            </a:r>
          </a:p>
        </p:txBody>
      </p:sp>
    </p:spTree>
    <p:extLst>
      <p:ext uri="{BB962C8B-B14F-4D97-AF65-F5344CB8AC3E}">
        <p14:creationId xmlns:p14="http://schemas.microsoft.com/office/powerpoint/2010/main" val="168275330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GUID" val="663b71cd-614e-44bf-a683-1b5d3a4dc0a6"/>
</p:tagLst>
</file>

<file path=ppt/theme/theme1.xml><?xml version="1.0" encoding="utf-8"?>
<a:theme xmlns:a="http://schemas.openxmlformats.org/drawingml/2006/main" name="UOW theme">
  <a:themeElements>
    <a:clrScheme name="UOW Colours 2020">
      <a:dk1>
        <a:srgbClr val="000000"/>
      </a:dk1>
      <a:lt1>
        <a:srgbClr val="FFFFFF"/>
      </a:lt1>
      <a:dk2>
        <a:srgbClr val="A7A7A7"/>
      </a:dk2>
      <a:lt2>
        <a:srgbClr val="535353"/>
      </a:lt2>
      <a:accent1>
        <a:srgbClr val="ED0A00"/>
      </a:accent1>
      <a:accent2>
        <a:srgbClr val="0034FF"/>
      </a:accent2>
      <a:accent3>
        <a:srgbClr val="001641"/>
      </a:accent3>
      <a:accent4>
        <a:srgbClr val="8F8F8F"/>
      </a:accent4>
      <a:accent5>
        <a:srgbClr val="707070"/>
      </a:accent5>
      <a:accent6>
        <a:srgbClr val="6E6E6E"/>
      </a:accent6>
      <a:hlink>
        <a:srgbClr val="0000FF"/>
      </a:hlink>
      <a:folHlink>
        <a:srgbClr val="FF00FF"/>
      </a:folHlink>
    </a:clrScheme>
    <a:fontScheme name="UOW Fonts 2020">
      <a:majorFont>
        <a:latin typeface="Times New Roman"/>
        <a:ea typeface="Times New Roman"/>
        <a:cs typeface="Times New Roman"/>
      </a:majorFont>
      <a:minorFont>
        <a:latin typeface="Montserrat"/>
        <a:ea typeface="Helvetica Neue"/>
        <a:cs typeface="Helvetica Neu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4">
            <a:lumOff val="44000"/>
          </a:schemeClr>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ontserrat-Regular"/>
            <a:ea typeface="Montserrat-Regular"/>
            <a:cs typeface="Montserrat-Regular"/>
            <a:sym typeface="Montserrat-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ontserrat-Regular"/>
            <a:ea typeface="Montserrat-Regular"/>
            <a:cs typeface="Montserrat-Regular"/>
            <a:sym typeface="Montserrat-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CSIT226_L01_PartA_2020" id="{D28205A8-123A-3641-BDC0-2369CB899EDA}" vid="{A9766A5E-4482-AE41-B4C8-A3C12B82268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1445</TotalTime>
  <Words>1845</Words>
  <Application>Microsoft Macintosh PowerPoint</Application>
  <PresentationFormat>On-screen Show (16:9)</PresentationFormat>
  <Paragraphs>372</Paragraphs>
  <Slides>53</Slides>
  <Notes>21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53</vt:i4>
      </vt:variant>
    </vt:vector>
  </HeadingPairs>
  <TitlesOfParts>
    <vt:vector size="61" baseType="lpstr">
      <vt:lpstr>Arial</vt:lpstr>
      <vt:lpstr>Calibri</vt:lpstr>
      <vt:lpstr>Font Awesome 5 Free Solid</vt:lpstr>
      <vt:lpstr>Liberation Sans</vt:lpstr>
      <vt:lpstr>Montserrat</vt:lpstr>
      <vt:lpstr>Montserrat-Regular</vt:lpstr>
      <vt:lpstr>Times New Roman</vt:lpstr>
      <vt:lpstr>UOW theme</vt:lpstr>
      <vt:lpstr>Interaction Design and Development III: Prototyping</vt:lpstr>
      <vt:lpstr>PowerPoint Presentation</vt:lpstr>
      <vt:lpstr>This Week</vt:lpstr>
      <vt:lpstr>Subject Description</vt:lpstr>
      <vt:lpstr>Subject Learning Outcomes (SLOs)</vt:lpstr>
      <vt:lpstr>PowerPoint Presentation</vt:lpstr>
      <vt:lpstr>Information Architecture (IA)</vt:lpstr>
      <vt:lpstr>Information Architecture</vt:lpstr>
      <vt:lpstr>PowerPoint Presentation</vt:lpstr>
      <vt:lpstr>Chapter 11: Overview DESIGN, PROTOTYPING and CONSTRUCTION</vt:lpstr>
      <vt:lpstr>Prototyping</vt:lpstr>
      <vt:lpstr>What is a prototype?</vt:lpstr>
      <vt:lpstr>What is a prototype?</vt:lpstr>
      <vt:lpstr>Why prototype?</vt:lpstr>
      <vt:lpstr>PowerPoint Presentation</vt:lpstr>
      <vt:lpstr>Conceptual design</vt:lpstr>
      <vt:lpstr>Concrete design</vt:lpstr>
      <vt:lpstr>PowerPoint Presentation</vt:lpstr>
      <vt:lpstr>Basic Process</vt:lpstr>
      <vt:lpstr>PowerPoint Presentation</vt:lpstr>
      <vt:lpstr>Sketching</vt:lpstr>
      <vt:lpstr>Wireframes</vt:lpstr>
      <vt:lpstr>The value of Wireframing</vt:lpstr>
      <vt:lpstr>What elements do you want to be consistent?</vt:lpstr>
      <vt:lpstr>Basic Wireframe of Old UOW Homepage</vt:lpstr>
      <vt:lpstr>Low-Fidelity Prototyping</vt:lpstr>
      <vt:lpstr>Ideas</vt:lpstr>
      <vt:lpstr>Low-Fidelity – Advantages</vt:lpstr>
      <vt:lpstr>Low-Fidelity – Disadvantages</vt:lpstr>
      <vt:lpstr>Card-based prototypes</vt:lpstr>
      <vt:lpstr>Generate card-based prototype from use case</vt:lpstr>
      <vt:lpstr>Storyboards</vt:lpstr>
      <vt:lpstr>Storyboard - example</vt:lpstr>
      <vt:lpstr>PowerPoint Presentation</vt:lpstr>
      <vt:lpstr>High-Fidelity Prototyping</vt:lpstr>
      <vt:lpstr>Adobe XD example</vt:lpstr>
      <vt:lpstr>High-Fidelity – Advantages</vt:lpstr>
      <vt:lpstr>High-Fidelity – Disadvantages</vt:lpstr>
      <vt:lpstr>Using scenarios</vt:lpstr>
      <vt:lpstr>Generate storyboard from scenario</vt:lpstr>
      <vt:lpstr>Explore the user’s experience</vt:lpstr>
      <vt:lpstr>An experience map drawn as a wheel</vt:lpstr>
      <vt:lpstr>An experience map drawn as a timeline</vt:lpstr>
      <vt:lpstr>Testable Prototype</vt:lpstr>
      <vt:lpstr>NN/g</vt:lpstr>
      <vt:lpstr>Example Tools</vt:lpstr>
      <vt:lpstr>Construction: physical computing</vt:lpstr>
      <vt:lpstr>Human Interface Guidelines</vt:lpstr>
      <vt:lpstr>PowerPoint Presentation</vt:lpstr>
      <vt:lpstr>Take Home Message…</vt:lpstr>
      <vt:lpstr>References and Resources</vt:lpstr>
      <vt:lpstr>PowerPoint Presentation</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Interaction Design and Development II: Requirements &amp; Beyond</dc:title>
  <dc:creator>Mark Freeman</dc:creator>
  <cp:lastModifiedBy>Mark Freeman</cp:lastModifiedBy>
  <cp:revision>10</cp:revision>
  <cp:lastPrinted>2020-08-31T09:47:03Z</cp:lastPrinted>
  <dcterms:created xsi:type="dcterms:W3CDTF">2020-08-31T09:43:50Z</dcterms:created>
  <dcterms:modified xsi:type="dcterms:W3CDTF">2020-09-07T00:53:06Z</dcterms:modified>
</cp:coreProperties>
</file>