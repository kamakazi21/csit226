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1" r:id="rId1"/>
  </p:sldMasterIdLst>
  <p:notesMasterIdLst>
    <p:notesMasterId r:id="rId47"/>
  </p:notesMasterIdLst>
  <p:handoutMasterIdLst>
    <p:handoutMasterId r:id="rId48"/>
  </p:handoutMasterIdLst>
  <p:sldIdLst>
    <p:sldId id="302" r:id="rId2"/>
    <p:sldId id="411" r:id="rId3"/>
    <p:sldId id="275" r:id="rId4"/>
    <p:sldId id="655" r:id="rId5"/>
    <p:sldId id="656" r:id="rId6"/>
    <p:sldId id="663" r:id="rId7"/>
    <p:sldId id="619" r:id="rId8"/>
    <p:sldId id="627" r:id="rId9"/>
    <p:sldId id="651" r:id="rId10"/>
    <p:sldId id="629" r:id="rId11"/>
    <p:sldId id="555" r:id="rId12"/>
    <p:sldId id="556" r:id="rId13"/>
    <p:sldId id="557" r:id="rId14"/>
    <p:sldId id="558" r:id="rId15"/>
    <p:sldId id="564" r:id="rId16"/>
    <p:sldId id="596" r:id="rId17"/>
    <p:sldId id="599" r:id="rId18"/>
    <p:sldId id="560" r:id="rId19"/>
    <p:sldId id="575" r:id="rId20"/>
    <p:sldId id="683" r:id="rId21"/>
    <p:sldId id="569" r:id="rId22"/>
    <p:sldId id="684" r:id="rId23"/>
    <p:sldId id="608" r:id="rId24"/>
    <p:sldId id="573" r:id="rId25"/>
    <p:sldId id="574" r:id="rId26"/>
    <p:sldId id="685" r:id="rId27"/>
    <p:sldId id="576" r:id="rId28"/>
    <p:sldId id="577" r:id="rId29"/>
    <p:sldId id="567" r:id="rId30"/>
    <p:sldId id="603" r:id="rId31"/>
    <p:sldId id="686" r:id="rId32"/>
    <p:sldId id="687" r:id="rId33"/>
    <p:sldId id="688" r:id="rId34"/>
    <p:sldId id="585" r:id="rId35"/>
    <p:sldId id="689" r:id="rId36"/>
    <p:sldId id="690" r:id="rId37"/>
    <p:sldId id="691" r:id="rId38"/>
    <p:sldId id="692" r:id="rId39"/>
    <p:sldId id="584" r:id="rId40"/>
    <p:sldId id="587" r:id="rId41"/>
    <p:sldId id="693" r:id="rId42"/>
    <p:sldId id="595" r:id="rId43"/>
    <p:sldId id="598" r:id="rId44"/>
    <p:sldId id="306" r:id="rId45"/>
    <p:sldId id="285" r:id="rId46"/>
  </p:sldIdLst>
  <p:sldSz cx="9144000" cy="5143500" type="screen16x9"/>
  <p:notesSz cx="6794500" cy="9906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340"/>
    <a:srgbClr val="D9D9D6"/>
    <a:srgbClr val="000000"/>
    <a:srgbClr val="FF06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502" autoAdjust="0"/>
    <p:restoredTop sz="84656" autoAdjust="0"/>
  </p:normalViewPr>
  <p:slideViewPr>
    <p:cSldViewPr snapToGrid="0" snapToObjects="1">
      <p:cViewPr>
        <p:scale>
          <a:sx n="133" d="100"/>
          <a:sy n="133" d="100"/>
        </p:scale>
        <p:origin x="760" y="144"/>
      </p:cViewPr>
      <p:guideLst>
        <p:guide orient="horz" pos="162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71" d="100"/>
          <a:sy n="71" d="100"/>
        </p:scale>
        <p:origin x="230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D3AEA6-DA4A-478A-AB4D-BF89F36E3FAD}"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n-AU"/>
        </a:p>
      </dgm:t>
    </dgm:pt>
    <dgm:pt modelId="{549F29C1-23B7-4E3F-97D9-0B7799A8C99E}">
      <dgm:prSet/>
      <dgm:spPr/>
      <dgm:t>
        <a:bodyPr/>
        <a:lstStyle/>
        <a:p>
          <a:r>
            <a:rPr lang="en-AU" dirty="0"/>
            <a:t>Brief review of last week</a:t>
          </a:r>
        </a:p>
      </dgm:t>
    </dgm:pt>
    <dgm:pt modelId="{CF4F681D-5044-4D4E-8E02-123AC21CB800}" type="parTrans" cxnId="{48CC35A3-17BF-405A-925B-E7E44BC8BC91}">
      <dgm:prSet/>
      <dgm:spPr/>
      <dgm:t>
        <a:bodyPr/>
        <a:lstStyle/>
        <a:p>
          <a:endParaRPr lang="en-AU"/>
        </a:p>
      </dgm:t>
    </dgm:pt>
    <dgm:pt modelId="{A7A9CB6A-7BC4-4743-8824-581E910E1D99}" type="sibTrans" cxnId="{48CC35A3-17BF-405A-925B-E7E44BC8BC91}">
      <dgm:prSet/>
      <dgm:spPr/>
      <dgm:t>
        <a:bodyPr/>
        <a:lstStyle/>
        <a:p>
          <a:endParaRPr lang="en-AU"/>
        </a:p>
      </dgm:t>
    </dgm:pt>
    <dgm:pt modelId="{AEEBB8B3-2C72-2641-BDF1-D4419ECCF820}">
      <dgm:prSet phldrT="[Text]"/>
      <dgm:spPr/>
      <dgm:t>
        <a:bodyPr/>
        <a:lstStyle/>
        <a:p>
          <a:r>
            <a:rPr lang="en-AU" dirty="0"/>
            <a:t>Beyond Requirements for UI/UX</a:t>
          </a:r>
        </a:p>
      </dgm:t>
    </dgm:pt>
    <dgm:pt modelId="{5D9C9B7A-3F6E-764A-A50E-3299D981AD1F}" type="parTrans" cxnId="{4A99BDFC-E20E-004F-B2D1-E4513A415C63}">
      <dgm:prSet/>
      <dgm:spPr/>
      <dgm:t>
        <a:bodyPr/>
        <a:lstStyle/>
        <a:p>
          <a:endParaRPr lang="en-GB"/>
        </a:p>
      </dgm:t>
    </dgm:pt>
    <dgm:pt modelId="{7AFEFEDE-6FAB-6245-A3CA-71D581FC75B9}" type="sibTrans" cxnId="{4A99BDFC-E20E-004F-B2D1-E4513A415C63}">
      <dgm:prSet/>
      <dgm:spPr/>
      <dgm:t>
        <a:bodyPr/>
        <a:lstStyle/>
        <a:p>
          <a:endParaRPr lang="en-GB"/>
        </a:p>
      </dgm:t>
    </dgm:pt>
    <dgm:pt modelId="{30244309-B1D2-1647-A375-F4655B4BF5A7}">
      <dgm:prSet phldrT="[Text]"/>
      <dgm:spPr/>
      <dgm:t>
        <a:bodyPr/>
        <a:lstStyle/>
        <a:p>
          <a:r>
            <a:rPr lang="en-AU" dirty="0"/>
            <a:t>Scenarios and Personas</a:t>
          </a:r>
        </a:p>
      </dgm:t>
    </dgm:pt>
    <dgm:pt modelId="{CDF7683B-4986-EA40-9803-26463962D970}" type="parTrans" cxnId="{12263AC2-3F7C-F34D-B8D4-8F1AA5529A3C}">
      <dgm:prSet/>
      <dgm:spPr/>
      <dgm:t>
        <a:bodyPr/>
        <a:lstStyle/>
        <a:p>
          <a:endParaRPr lang="en-GB"/>
        </a:p>
      </dgm:t>
    </dgm:pt>
    <dgm:pt modelId="{624371CF-3868-7842-8287-FAC00F5AB5D7}" type="sibTrans" cxnId="{12263AC2-3F7C-F34D-B8D4-8F1AA5529A3C}">
      <dgm:prSet/>
      <dgm:spPr/>
      <dgm:t>
        <a:bodyPr/>
        <a:lstStyle/>
        <a:p>
          <a:endParaRPr lang="en-GB"/>
        </a:p>
      </dgm:t>
    </dgm:pt>
    <dgm:pt modelId="{4A1937DB-FE3D-C84B-A4B6-C27190945C39}">
      <dgm:prSet phldrT="[Text]"/>
      <dgm:spPr/>
      <dgm:t>
        <a:bodyPr/>
        <a:lstStyle/>
        <a:p>
          <a:r>
            <a:rPr lang="en-AU" dirty="0"/>
            <a:t>Style Guides</a:t>
          </a:r>
        </a:p>
      </dgm:t>
    </dgm:pt>
    <dgm:pt modelId="{9245D72C-E28D-8B4B-A2D0-B4A92369673B}" type="parTrans" cxnId="{51D2F4CC-631D-B849-8C17-346D250E744D}">
      <dgm:prSet/>
      <dgm:spPr/>
      <dgm:t>
        <a:bodyPr/>
        <a:lstStyle/>
        <a:p>
          <a:endParaRPr lang="en-GB"/>
        </a:p>
      </dgm:t>
    </dgm:pt>
    <dgm:pt modelId="{CEE38786-8EE6-D647-98AF-EB864242B5D7}" type="sibTrans" cxnId="{51D2F4CC-631D-B849-8C17-346D250E744D}">
      <dgm:prSet/>
      <dgm:spPr/>
      <dgm:t>
        <a:bodyPr/>
        <a:lstStyle/>
        <a:p>
          <a:endParaRPr lang="en-GB"/>
        </a:p>
      </dgm:t>
    </dgm:pt>
    <dgm:pt modelId="{8A49D2FE-2B8F-7C4C-8DA8-F5766793CB1A}">
      <dgm:prSet phldrT="[Text]"/>
      <dgm:spPr/>
      <dgm:t>
        <a:bodyPr/>
        <a:lstStyle/>
        <a:p>
          <a:r>
            <a:rPr lang="en-AU" dirty="0"/>
            <a:t>Card Sorts</a:t>
          </a:r>
        </a:p>
      </dgm:t>
    </dgm:pt>
    <dgm:pt modelId="{0BFD4AB8-9257-C343-B26D-CD283CE475B1}" type="parTrans" cxnId="{1832B963-03C7-2B4A-BA81-7282A4C70F0A}">
      <dgm:prSet/>
      <dgm:spPr/>
      <dgm:t>
        <a:bodyPr/>
        <a:lstStyle/>
        <a:p>
          <a:endParaRPr lang="en-GB"/>
        </a:p>
      </dgm:t>
    </dgm:pt>
    <dgm:pt modelId="{4B8C5E82-0036-DF47-8D82-55F2E2B298C6}" type="sibTrans" cxnId="{1832B963-03C7-2B4A-BA81-7282A4C70F0A}">
      <dgm:prSet/>
      <dgm:spPr/>
      <dgm:t>
        <a:bodyPr/>
        <a:lstStyle/>
        <a:p>
          <a:endParaRPr lang="en-GB"/>
        </a:p>
      </dgm:t>
    </dgm:pt>
    <dgm:pt modelId="{2E084BD4-82DB-EF4F-99F3-385EC08B6B3D}">
      <dgm:prSet phldrT="[Text]"/>
      <dgm:spPr/>
      <dgm:t>
        <a:bodyPr/>
        <a:lstStyle/>
        <a:p>
          <a:r>
            <a:rPr lang="en-US" dirty="0"/>
            <a:t>Hierarchical Task Analysis (HTA) </a:t>
          </a:r>
          <a:endParaRPr lang="en-AU" dirty="0"/>
        </a:p>
      </dgm:t>
    </dgm:pt>
    <dgm:pt modelId="{12EBE963-E8E4-644B-8B2F-FE09D45E78D8}" type="parTrans" cxnId="{CCD7A863-F3EA-C146-9B98-88AC28B550F8}">
      <dgm:prSet/>
      <dgm:spPr/>
      <dgm:t>
        <a:bodyPr/>
        <a:lstStyle/>
        <a:p>
          <a:endParaRPr lang="en-GB"/>
        </a:p>
      </dgm:t>
    </dgm:pt>
    <dgm:pt modelId="{6ABDA25E-3127-7A4D-A0E2-BE1F40F71A5A}" type="sibTrans" cxnId="{CCD7A863-F3EA-C146-9B98-88AC28B550F8}">
      <dgm:prSet/>
      <dgm:spPr/>
      <dgm:t>
        <a:bodyPr/>
        <a:lstStyle/>
        <a:p>
          <a:endParaRPr lang="en-GB"/>
        </a:p>
      </dgm:t>
    </dgm:pt>
    <dgm:pt modelId="{C33B47CB-D3AA-564F-87CD-674CBB060DA8}">
      <dgm:prSet phldrT="[Text]"/>
      <dgm:spPr/>
      <dgm:t>
        <a:bodyPr/>
        <a:lstStyle/>
        <a:p>
          <a:r>
            <a:rPr lang="en-AU" dirty="0"/>
            <a:t>Class Activities</a:t>
          </a:r>
        </a:p>
      </dgm:t>
    </dgm:pt>
    <dgm:pt modelId="{03011560-B1A0-D942-9940-DA4AF5F70203}" type="parTrans" cxnId="{0AA9CF73-DB9D-3C4E-A68C-3FB81AD45ADF}">
      <dgm:prSet/>
      <dgm:spPr/>
      <dgm:t>
        <a:bodyPr/>
        <a:lstStyle/>
        <a:p>
          <a:endParaRPr lang="en-GB"/>
        </a:p>
      </dgm:t>
    </dgm:pt>
    <dgm:pt modelId="{CD4123BA-4030-344F-8D2C-08FAD6E0F902}" type="sibTrans" cxnId="{0AA9CF73-DB9D-3C4E-A68C-3FB81AD45ADF}">
      <dgm:prSet/>
      <dgm:spPr/>
      <dgm:t>
        <a:bodyPr/>
        <a:lstStyle/>
        <a:p>
          <a:endParaRPr lang="en-GB"/>
        </a:p>
      </dgm:t>
    </dgm:pt>
    <dgm:pt modelId="{321F10FE-8C4E-C041-829F-A47AE1FA06A9}">
      <dgm:prSet phldrT="[Text]"/>
      <dgm:spPr/>
      <dgm:t>
        <a:bodyPr/>
        <a:lstStyle/>
        <a:p>
          <a:r>
            <a:rPr lang="en-AU" dirty="0"/>
            <a:t>Card Sort</a:t>
          </a:r>
        </a:p>
      </dgm:t>
    </dgm:pt>
    <dgm:pt modelId="{EB357EF0-B401-C74D-88F4-ED08D724CADE}" type="parTrans" cxnId="{E007BA49-4182-0A46-8E45-347E307D1EE2}">
      <dgm:prSet/>
      <dgm:spPr/>
      <dgm:t>
        <a:bodyPr/>
        <a:lstStyle/>
        <a:p>
          <a:endParaRPr lang="en-GB"/>
        </a:p>
      </dgm:t>
    </dgm:pt>
    <dgm:pt modelId="{2E4ACA42-26EA-4A49-9C65-86DF39786A60}" type="sibTrans" cxnId="{E007BA49-4182-0A46-8E45-347E307D1EE2}">
      <dgm:prSet/>
      <dgm:spPr/>
      <dgm:t>
        <a:bodyPr/>
        <a:lstStyle/>
        <a:p>
          <a:endParaRPr lang="en-GB"/>
        </a:p>
      </dgm:t>
    </dgm:pt>
    <dgm:pt modelId="{27C2265C-1A90-8E47-ADCB-9CBC54E95D2B}">
      <dgm:prSet phldrT="[Text]"/>
      <dgm:spPr/>
      <dgm:t>
        <a:bodyPr/>
        <a:lstStyle/>
        <a:p>
          <a:r>
            <a:rPr lang="en-AU" dirty="0"/>
            <a:t>HTA</a:t>
          </a:r>
        </a:p>
      </dgm:t>
    </dgm:pt>
    <dgm:pt modelId="{6F072F50-D123-D54F-B90E-D22AE2D14336}" type="parTrans" cxnId="{B06F2CB4-0A51-6144-8CD7-A58FDE6704E1}">
      <dgm:prSet/>
      <dgm:spPr/>
      <dgm:t>
        <a:bodyPr/>
        <a:lstStyle/>
        <a:p>
          <a:endParaRPr lang="en-GB"/>
        </a:p>
      </dgm:t>
    </dgm:pt>
    <dgm:pt modelId="{DD28DADE-2557-3E42-BB8B-8D9CBE5F8FF0}" type="sibTrans" cxnId="{B06F2CB4-0A51-6144-8CD7-A58FDE6704E1}">
      <dgm:prSet/>
      <dgm:spPr/>
      <dgm:t>
        <a:bodyPr/>
        <a:lstStyle/>
        <a:p>
          <a:endParaRPr lang="en-GB"/>
        </a:p>
      </dgm:t>
    </dgm:pt>
    <dgm:pt modelId="{73D88E33-412E-4139-970D-F85715EF8754}" type="pres">
      <dgm:prSet presAssocID="{22D3AEA6-DA4A-478A-AB4D-BF89F36E3FAD}" presName="linear" presStyleCnt="0">
        <dgm:presLayoutVars>
          <dgm:dir/>
          <dgm:animLvl val="lvl"/>
          <dgm:resizeHandles val="exact"/>
        </dgm:presLayoutVars>
      </dgm:prSet>
      <dgm:spPr/>
    </dgm:pt>
    <dgm:pt modelId="{0D655891-3C6B-4A23-A4C5-39EF35E85D2F}" type="pres">
      <dgm:prSet presAssocID="{549F29C1-23B7-4E3F-97D9-0B7799A8C99E}" presName="parentLin" presStyleCnt="0"/>
      <dgm:spPr/>
    </dgm:pt>
    <dgm:pt modelId="{8A037261-51D2-40B0-9AD4-8B9B7FCFE05D}" type="pres">
      <dgm:prSet presAssocID="{549F29C1-23B7-4E3F-97D9-0B7799A8C99E}" presName="parentLeftMargin" presStyleLbl="node1" presStyleIdx="0" presStyleCnt="3"/>
      <dgm:spPr/>
    </dgm:pt>
    <dgm:pt modelId="{9A2678EE-0C20-4600-B03D-FEDEE8DA0234}" type="pres">
      <dgm:prSet presAssocID="{549F29C1-23B7-4E3F-97D9-0B7799A8C99E}" presName="parentText" presStyleLbl="node1" presStyleIdx="0" presStyleCnt="3">
        <dgm:presLayoutVars>
          <dgm:chMax val="0"/>
          <dgm:bulletEnabled val="1"/>
        </dgm:presLayoutVars>
      </dgm:prSet>
      <dgm:spPr/>
    </dgm:pt>
    <dgm:pt modelId="{006F18E9-82EF-4D57-A87E-6226CE10C28B}" type="pres">
      <dgm:prSet presAssocID="{549F29C1-23B7-4E3F-97D9-0B7799A8C99E}" presName="negativeSpace" presStyleCnt="0"/>
      <dgm:spPr/>
    </dgm:pt>
    <dgm:pt modelId="{286856CD-CE1D-46B7-B6AF-33BC05A5AC34}" type="pres">
      <dgm:prSet presAssocID="{549F29C1-23B7-4E3F-97D9-0B7799A8C99E}" presName="childText" presStyleLbl="conFgAcc1" presStyleIdx="0" presStyleCnt="3">
        <dgm:presLayoutVars>
          <dgm:bulletEnabled val="1"/>
        </dgm:presLayoutVars>
      </dgm:prSet>
      <dgm:spPr/>
    </dgm:pt>
    <dgm:pt modelId="{6160817E-A814-4085-A433-D2D50F021388}" type="pres">
      <dgm:prSet presAssocID="{A7A9CB6A-7BC4-4743-8824-581E910E1D99}" presName="spaceBetweenRectangles" presStyleCnt="0"/>
      <dgm:spPr/>
    </dgm:pt>
    <dgm:pt modelId="{76419E72-E1E7-6B48-96A2-7E1CA66B5866}" type="pres">
      <dgm:prSet presAssocID="{AEEBB8B3-2C72-2641-BDF1-D4419ECCF820}" presName="parentLin" presStyleCnt="0"/>
      <dgm:spPr/>
    </dgm:pt>
    <dgm:pt modelId="{00EF8696-4EAD-074D-A870-DEFA35B9771C}" type="pres">
      <dgm:prSet presAssocID="{AEEBB8B3-2C72-2641-BDF1-D4419ECCF820}" presName="parentLeftMargin" presStyleLbl="node1" presStyleIdx="0" presStyleCnt="3"/>
      <dgm:spPr/>
    </dgm:pt>
    <dgm:pt modelId="{E5D564A7-B3C7-C342-8D06-0C5BC35CF45B}" type="pres">
      <dgm:prSet presAssocID="{AEEBB8B3-2C72-2641-BDF1-D4419ECCF820}" presName="parentText" presStyleLbl="node1" presStyleIdx="1" presStyleCnt="3">
        <dgm:presLayoutVars>
          <dgm:chMax val="0"/>
          <dgm:bulletEnabled val="1"/>
        </dgm:presLayoutVars>
      </dgm:prSet>
      <dgm:spPr/>
    </dgm:pt>
    <dgm:pt modelId="{FD7E873C-596C-714B-B71F-BD517E985E05}" type="pres">
      <dgm:prSet presAssocID="{AEEBB8B3-2C72-2641-BDF1-D4419ECCF820}" presName="negativeSpace" presStyleCnt="0"/>
      <dgm:spPr/>
    </dgm:pt>
    <dgm:pt modelId="{9B8E1794-06BF-7B49-94B0-069E343A0F7B}" type="pres">
      <dgm:prSet presAssocID="{AEEBB8B3-2C72-2641-BDF1-D4419ECCF820}" presName="childText" presStyleLbl="conFgAcc1" presStyleIdx="1" presStyleCnt="3">
        <dgm:presLayoutVars>
          <dgm:bulletEnabled val="1"/>
        </dgm:presLayoutVars>
      </dgm:prSet>
      <dgm:spPr/>
    </dgm:pt>
    <dgm:pt modelId="{3ED1EECD-BF2C-754B-9DC0-AFD06D39C2C3}" type="pres">
      <dgm:prSet presAssocID="{7AFEFEDE-6FAB-6245-A3CA-71D581FC75B9}" presName="spaceBetweenRectangles" presStyleCnt="0"/>
      <dgm:spPr/>
    </dgm:pt>
    <dgm:pt modelId="{15735AFA-9C9A-7240-9AF7-17355356F586}" type="pres">
      <dgm:prSet presAssocID="{C33B47CB-D3AA-564F-87CD-674CBB060DA8}" presName="parentLin" presStyleCnt="0"/>
      <dgm:spPr/>
    </dgm:pt>
    <dgm:pt modelId="{28BED887-8B42-7446-A418-FD85ED544B08}" type="pres">
      <dgm:prSet presAssocID="{C33B47CB-D3AA-564F-87CD-674CBB060DA8}" presName="parentLeftMargin" presStyleLbl="node1" presStyleIdx="1" presStyleCnt="3"/>
      <dgm:spPr/>
    </dgm:pt>
    <dgm:pt modelId="{3A99ACC2-7E55-D647-9A59-7CC7F36AB9F3}" type="pres">
      <dgm:prSet presAssocID="{C33B47CB-D3AA-564F-87CD-674CBB060DA8}" presName="parentText" presStyleLbl="node1" presStyleIdx="2" presStyleCnt="3">
        <dgm:presLayoutVars>
          <dgm:chMax val="0"/>
          <dgm:bulletEnabled val="1"/>
        </dgm:presLayoutVars>
      </dgm:prSet>
      <dgm:spPr/>
    </dgm:pt>
    <dgm:pt modelId="{6E8D1B68-403B-6648-B524-C78FD3E8A65B}" type="pres">
      <dgm:prSet presAssocID="{C33B47CB-D3AA-564F-87CD-674CBB060DA8}" presName="negativeSpace" presStyleCnt="0"/>
      <dgm:spPr/>
    </dgm:pt>
    <dgm:pt modelId="{8A3D27F3-4737-A44C-96F6-C2FBCAAA4E45}" type="pres">
      <dgm:prSet presAssocID="{C33B47CB-D3AA-564F-87CD-674CBB060DA8}" presName="childText" presStyleLbl="conFgAcc1" presStyleIdx="2" presStyleCnt="3">
        <dgm:presLayoutVars>
          <dgm:bulletEnabled val="1"/>
        </dgm:presLayoutVars>
      </dgm:prSet>
      <dgm:spPr/>
    </dgm:pt>
  </dgm:ptLst>
  <dgm:cxnLst>
    <dgm:cxn modelId="{B34B6204-1894-7448-B121-D16BFEC6F7CA}" type="presOf" srcId="{8A49D2FE-2B8F-7C4C-8DA8-F5766793CB1A}" destId="{9B8E1794-06BF-7B49-94B0-069E343A0F7B}" srcOrd="0" destOrd="2" presId="urn:microsoft.com/office/officeart/2005/8/layout/list1"/>
    <dgm:cxn modelId="{9818AC09-DAF1-E64A-9CF1-C67D65F7F9F8}" type="presOf" srcId="{AEEBB8B3-2C72-2641-BDF1-D4419ECCF820}" destId="{00EF8696-4EAD-074D-A870-DEFA35B9771C}" srcOrd="0" destOrd="0" presId="urn:microsoft.com/office/officeart/2005/8/layout/list1"/>
    <dgm:cxn modelId="{2800C32B-6637-6847-8C61-A0F78920E757}" type="presOf" srcId="{2E084BD4-82DB-EF4F-99F3-385EC08B6B3D}" destId="{9B8E1794-06BF-7B49-94B0-069E343A0F7B}" srcOrd="0" destOrd="3" presId="urn:microsoft.com/office/officeart/2005/8/layout/list1"/>
    <dgm:cxn modelId="{ACE73248-A9E3-9E4A-9195-4C3F71DEF30C}" type="presOf" srcId="{30244309-B1D2-1647-A375-F4655B4BF5A7}" destId="{9B8E1794-06BF-7B49-94B0-069E343A0F7B}" srcOrd="0" destOrd="0" presId="urn:microsoft.com/office/officeart/2005/8/layout/list1"/>
    <dgm:cxn modelId="{E007BA49-4182-0A46-8E45-347E307D1EE2}" srcId="{C33B47CB-D3AA-564F-87CD-674CBB060DA8}" destId="{321F10FE-8C4E-C041-829F-A47AE1FA06A9}" srcOrd="0" destOrd="0" parTransId="{EB357EF0-B401-C74D-88F4-ED08D724CADE}" sibTransId="{2E4ACA42-26EA-4A49-9C65-86DF39786A60}"/>
    <dgm:cxn modelId="{FCA0CE53-A39B-194B-A284-723ED5C3DC86}" type="presOf" srcId="{4A1937DB-FE3D-C84B-A4B6-C27190945C39}" destId="{9B8E1794-06BF-7B49-94B0-069E343A0F7B}" srcOrd="0" destOrd="1" presId="urn:microsoft.com/office/officeart/2005/8/layout/list1"/>
    <dgm:cxn modelId="{898E2E56-9202-1F44-8A23-DE88E1F4974E}" type="presOf" srcId="{C33B47CB-D3AA-564F-87CD-674CBB060DA8}" destId="{3A99ACC2-7E55-D647-9A59-7CC7F36AB9F3}" srcOrd="1" destOrd="0" presId="urn:microsoft.com/office/officeart/2005/8/layout/list1"/>
    <dgm:cxn modelId="{CCD7A863-F3EA-C146-9B98-88AC28B550F8}" srcId="{AEEBB8B3-2C72-2641-BDF1-D4419ECCF820}" destId="{2E084BD4-82DB-EF4F-99F3-385EC08B6B3D}" srcOrd="3" destOrd="0" parTransId="{12EBE963-E8E4-644B-8B2F-FE09D45E78D8}" sibTransId="{6ABDA25E-3127-7A4D-A0E2-BE1F40F71A5A}"/>
    <dgm:cxn modelId="{1832B963-03C7-2B4A-BA81-7282A4C70F0A}" srcId="{AEEBB8B3-2C72-2641-BDF1-D4419ECCF820}" destId="{8A49D2FE-2B8F-7C4C-8DA8-F5766793CB1A}" srcOrd="2" destOrd="0" parTransId="{0BFD4AB8-9257-C343-B26D-CD283CE475B1}" sibTransId="{4B8C5E82-0036-DF47-8D82-55F2E2B298C6}"/>
    <dgm:cxn modelId="{FE3E7872-3688-43D6-91E0-23BE9844C850}" type="presOf" srcId="{22D3AEA6-DA4A-478A-AB4D-BF89F36E3FAD}" destId="{73D88E33-412E-4139-970D-F85715EF8754}" srcOrd="0" destOrd="0" presId="urn:microsoft.com/office/officeart/2005/8/layout/list1"/>
    <dgm:cxn modelId="{0AA9CF73-DB9D-3C4E-A68C-3FB81AD45ADF}" srcId="{22D3AEA6-DA4A-478A-AB4D-BF89F36E3FAD}" destId="{C33B47CB-D3AA-564F-87CD-674CBB060DA8}" srcOrd="2" destOrd="0" parTransId="{03011560-B1A0-D942-9940-DA4AF5F70203}" sibTransId="{CD4123BA-4030-344F-8D2C-08FAD6E0F902}"/>
    <dgm:cxn modelId="{D5AA9A75-8735-F24B-94AA-9F777E03D9E1}" type="presOf" srcId="{C33B47CB-D3AA-564F-87CD-674CBB060DA8}" destId="{28BED887-8B42-7446-A418-FD85ED544B08}" srcOrd="0" destOrd="0" presId="urn:microsoft.com/office/officeart/2005/8/layout/list1"/>
    <dgm:cxn modelId="{5740219E-41C8-C548-BF1C-0DEB82FB7B6A}" type="presOf" srcId="{27C2265C-1A90-8E47-ADCB-9CBC54E95D2B}" destId="{8A3D27F3-4737-A44C-96F6-C2FBCAAA4E45}" srcOrd="0" destOrd="1" presId="urn:microsoft.com/office/officeart/2005/8/layout/list1"/>
    <dgm:cxn modelId="{48CC35A3-17BF-405A-925B-E7E44BC8BC91}" srcId="{22D3AEA6-DA4A-478A-AB4D-BF89F36E3FAD}" destId="{549F29C1-23B7-4E3F-97D9-0B7799A8C99E}" srcOrd="0" destOrd="0" parTransId="{CF4F681D-5044-4D4E-8E02-123AC21CB800}" sibTransId="{A7A9CB6A-7BC4-4743-8824-581E910E1D99}"/>
    <dgm:cxn modelId="{5C8C45A9-FAFF-4303-9D60-A0DACFEC7859}" type="presOf" srcId="{549F29C1-23B7-4E3F-97D9-0B7799A8C99E}" destId="{8A037261-51D2-40B0-9AD4-8B9B7FCFE05D}" srcOrd="0" destOrd="0" presId="urn:microsoft.com/office/officeart/2005/8/layout/list1"/>
    <dgm:cxn modelId="{E6068CAF-D5F4-4D26-ABBF-9CC616004F01}" type="presOf" srcId="{549F29C1-23B7-4E3F-97D9-0B7799A8C99E}" destId="{9A2678EE-0C20-4600-B03D-FEDEE8DA0234}" srcOrd="1" destOrd="0" presId="urn:microsoft.com/office/officeart/2005/8/layout/list1"/>
    <dgm:cxn modelId="{B06F2CB4-0A51-6144-8CD7-A58FDE6704E1}" srcId="{C33B47CB-D3AA-564F-87CD-674CBB060DA8}" destId="{27C2265C-1A90-8E47-ADCB-9CBC54E95D2B}" srcOrd="1" destOrd="0" parTransId="{6F072F50-D123-D54F-B90E-D22AE2D14336}" sibTransId="{DD28DADE-2557-3E42-BB8B-8D9CBE5F8FF0}"/>
    <dgm:cxn modelId="{12263AC2-3F7C-F34D-B8D4-8F1AA5529A3C}" srcId="{AEEBB8B3-2C72-2641-BDF1-D4419ECCF820}" destId="{30244309-B1D2-1647-A375-F4655B4BF5A7}" srcOrd="0" destOrd="0" parTransId="{CDF7683B-4986-EA40-9803-26463962D970}" sibTransId="{624371CF-3868-7842-8287-FAC00F5AB5D7}"/>
    <dgm:cxn modelId="{51D2F4CC-631D-B849-8C17-346D250E744D}" srcId="{AEEBB8B3-2C72-2641-BDF1-D4419ECCF820}" destId="{4A1937DB-FE3D-C84B-A4B6-C27190945C39}" srcOrd="1" destOrd="0" parTransId="{9245D72C-E28D-8B4B-A2D0-B4A92369673B}" sibTransId="{CEE38786-8EE6-D647-98AF-EB864242B5D7}"/>
    <dgm:cxn modelId="{5B80BFE2-4842-4C4D-9EEF-69EC24A940FA}" type="presOf" srcId="{321F10FE-8C4E-C041-829F-A47AE1FA06A9}" destId="{8A3D27F3-4737-A44C-96F6-C2FBCAAA4E45}" srcOrd="0" destOrd="0" presId="urn:microsoft.com/office/officeart/2005/8/layout/list1"/>
    <dgm:cxn modelId="{E67151FB-2E76-B34D-9E51-20447CF6DA6C}" type="presOf" srcId="{AEEBB8B3-2C72-2641-BDF1-D4419ECCF820}" destId="{E5D564A7-B3C7-C342-8D06-0C5BC35CF45B}" srcOrd="1" destOrd="0" presId="urn:microsoft.com/office/officeart/2005/8/layout/list1"/>
    <dgm:cxn modelId="{4A99BDFC-E20E-004F-B2D1-E4513A415C63}" srcId="{22D3AEA6-DA4A-478A-AB4D-BF89F36E3FAD}" destId="{AEEBB8B3-2C72-2641-BDF1-D4419ECCF820}" srcOrd="1" destOrd="0" parTransId="{5D9C9B7A-3F6E-764A-A50E-3299D981AD1F}" sibTransId="{7AFEFEDE-6FAB-6245-A3CA-71D581FC75B9}"/>
    <dgm:cxn modelId="{5950B8B5-4DF0-4673-986F-F1ED2D36C726}" type="presParOf" srcId="{73D88E33-412E-4139-970D-F85715EF8754}" destId="{0D655891-3C6B-4A23-A4C5-39EF35E85D2F}" srcOrd="0" destOrd="0" presId="urn:microsoft.com/office/officeart/2005/8/layout/list1"/>
    <dgm:cxn modelId="{D089D978-CF01-4CDF-831A-81686CE56BE2}" type="presParOf" srcId="{0D655891-3C6B-4A23-A4C5-39EF35E85D2F}" destId="{8A037261-51D2-40B0-9AD4-8B9B7FCFE05D}" srcOrd="0" destOrd="0" presId="urn:microsoft.com/office/officeart/2005/8/layout/list1"/>
    <dgm:cxn modelId="{E023AC1E-3F17-481F-B232-7CD23A9BEF6A}" type="presParOf" srcId="{0D655891-3C6B-4A23-A4C5-39EF35E85D2F}" destId="{9A2678EE-0C20-4600-B03D-FEDEE8DA0234}" srcOrd="1" destOrd="0" presId="urn:microsoft.com/office/officeart/2005/8/layout/list1"/>
    <dgm:cxn modelId="{A57B1D88-EAC3-4652-A8DA-1BCAC9096726}" type="presParOf" srcId="{73D88E33-412E-4139-970D-F85715EF8754}" destId="{006F18E9-82EF-4D57-A87E-6226CE10C28B}" srcOrd="1" destOrd="0" presId="urn:microsoft.com/office/officeart/2005/8/layout/list1"/>
    <dgm:cxn modelId="{1E091AF0-8768-457F-BF5A-62A54230179F}" type="presParOf" srcId="{73D88E33-412E-4139-970D-F85715EF8754}" destId="{286856CD-CE1D-46B7-B6AF-33BC05A5AC34}" srcOrd="2" destOrd="0" presId="urn:microsoft.com/office/officeart/2005/8/layout/list1"/>
    <dgm:cxn modelId="{1E2AE27D-1313-42E6-B40B-65CB09F72723}" type="presParOf" srcId="{73D88E33-412E-4139-970D-F85715EF8754}" destId="{6160817E-A814-4085-A433-D2D50F021388}" srcOrd="3" destOrd="0" presId="urn:microsoft.com/office/officeart/2005/8/layout/list1"/>
    <dgm:cxn modelId="{BABB1251-255E-2F40-B477-BA2A0AEA6110}" type="presParOf" srcId="{73D88E33-412E-4139-970D-F85715EF8754}" destId="{76419E72-E1E7-6B48-96A2-7E1CA66B5866}" srcOrd="4" destOrd="0" presId="urn:microsoft.com/office/officeart/2005/8/layout/list1"/>
    <dgm:cxn modelId="{9B3DD375-6B52-0B4D-ABDC-B0B340426FCB}" type="presParOf" srcId="{76419E72-E1E7-6B48-96A2-7E1CA66B5866}" destId="{00EF8696-4EAD-074D-A870-DEFA35B9771C}" srcOrd="0" destOrd="0" presId="urn:microsoft.com/office/officeart/2005/8/layout/list1"/>
    <dgm:cxn modelId="{3425B61B-E03F-C143-B5EF-9DA6B7D3466F}" type="presParOf" srcId="{76419E72-E1E7-6B48-96A2-7E1CA66B5866}" destId="{E5D564A7-B3C7-C342-8D06-0C5BC35CF45B}" srcOrd="1" destOrd="0" presId="urn:microsoft.com/office/officeart/2005/8/layout/list1"/>
    <dgm:cxn modelId="{AA755ED7-0285-5C41-B511-06F38DD52096}" type="presParOf" srcId="{73D88E33-412E-4139-970D-F85715EF8754}" destId="{FD7E873C-596C-714B-B71F-BD517E985E05}" srcOrd="5" destOrd="0" presId="urn:microsoft.com/office/officeart/2005/8/layout/list1"/>
    <dgm:cxn modelId="{E9672BDE-05B2-3249-AE7E-9B3A7E785772}" type="presParOf" srcId="{73D88E33-412E-4139-970D-F85715EF8754}" destId="{9B8E1794-06BF-7B49-94B0-069E343A0F7B}" srcOrd="6" destOrd="0" presId="urn:microsoft.com/office/officeart/2005/8/layout/list1"/>
    <dgm:cxn modelId="{F012B332-9685-C344-85A4-27DC7166F2A1}" type="presParOf" srcId="{73D88E33-412E-4139-970D-F85715EF8754}" destId="{3ED1EECD-BF2C-754B-9DC0-AFD06D39C2C3}" srcOrd="7" destOrd="0" presId="urn:microsoft.com/office/officeart/2005/8/layout/list1"/>
    <dgm:cxn modelId="{D64AC1FF-229C-C14B-A928-299F54FC1E7B}" type="presParOf" srcId="{73D88E33-412E-4139-970D-F85715EF8754}" destId="{15735AFA-9C9A-7240-9AF7-17355356F586}" srcOrd="8" destOrd="0" presId="urn:microsoft.com/office/officeart/2005/8/layout/list1"/>
    <dgm:cxn modelId="{B748054D-144A-CD4B-880A-4DF4F4D3E97F}" type="presParOf" srcId="{15735AFA-9C9A-7240-9AF7-17355356F586}" destId="{28BED887-8B42-7446-A418-FD85ED544B08}" srcOrd="0" destOrd="0" presId="urn:microsoft.com/office/officeart/2005/8/layout/list1"/>
    <dgm:cxn modelId="{26D294B8-CFB4-EF47-A47B-CC66D652E123}" type="presParOf" srcId="{15735AFA-9C9A-7240-9AF7-17355356F586}" destId="{3A99ACC2-7E55-D647-9A59-7CC7F36AB9F3}" srcOrd="1" destOrd="0" presId="urn:microsoft.com/office/officeart/2005/8/layout/list1"/>
    <dgm:cxn modelId="{CE44E598-6F1B-A343-B3BB-3209466BA05A}" type="presParOf" srcId="{73D88E33-412E-4139-970D-F85715EF8754}" destId="{6E8D1B68-403B-6648-B524-C78FD3E8A65B}" srcOrd="9" destOrd="0" presId="urn:microsoft.com/office/officeart/2005/8/layout/list1"/>
    <dgm:cxn modelId="{2A8E4AD0-9A53-2040-B3AF-FC0417EC868F}" type="presParOf" srcId="{73D88E33-412E-4139-970D-F85715EF8754}" destId="{8A3D27F3-4737-A44C-96F6-C2FBCAAA4E4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32F1A9D-2856-2345-B32F-23EFB4A99B2F}"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GB"/>
        </a:p>
      </dgm:t>
    </dgm:pt>
    <dgm:pt modelId="{723BD71B-949D-4946-B209-CAD7D771B3D3}">
      <dgm:prSet/>
      <dgm:spPr/>
      <dgm:t>
        <a:bodyPr/>
        <a:lstStyle/>
        <a:p>
          <a:r>
            <a:rPr lang="en-AU" b="0" i="0" dirty="0"/>
            <a:t>Other systems / Processes (Market Analysis)</a:t>
          </a:r>
          <a:endParaRPr lang="en-AU" dirty="0"/>
        </a:p>
      </dgm:t>
    </dgm:pt>
    <dgm:pt modelId="{50E585AA-6593-4C47-AF59-CC6FBF2733F7}" type="parTrans" cxnId="{7BD398E0-8E12-0E40-853B-4F0BD11FA2F7}">
      <dgm:prSet/>
      <dgm:spPr/>
      <dgm:t>
        <a:bodyPr/>
        <a:lstStyle/>
        <a:p>
          <a:endParaRPr lang="en-GB"/>
        </a:p>
      </dgm:t>
    </dgm:pt>
    <dgm:pt modelId="{B6F4A865-2CC1-E348-86F7-1AAAD14ACED4}" type="sibTrans" cxnId="{7BD398E0-8E12-0E40-853B-4F0BD11FA2F7}">
      <dgm:prSet/>
      <dgm:spPr/>
      <dgm:t>
        <a:bodyPr/>
        <a:lstStyle/>
        <a:p>
          <a:endParaRPr lang="en-GB"/>
        </a:p>
      </dgm:t>
    </dgm:pt>
    <dgm:pt modelId="{13F99034-776C-1049-A8DE-CF218C791355}">
      <dgm:prSet/>
      <dgm:spPr/>
      <dgm:t>
        <a:bodyPr/>
        <a:lstStyle/>
        <a:p>
          <a:r>
            <a:rPr lang="en-AU" b="0" i="0"/>
            <a:t>Business Documents</a:t>
          </a:r>
          <a:endParaRPr lang="en-AU"/>
        </a:p>
      </dgm:t>
    </dgm:pt>
    <dgm:pt modelId="{EF68BC79-10C1-404D-AD31-5E6DE875B962}" type="parTrans" cxnId="{E09A360A-D868-8540-B035-0E635D0BE579}">
      <dgm:prSet/>
      <dgm:spPr/>
      <dgm:t>
        <a:bodyPr/>
        <a:lstStyle/>
        <a:p>
          <a:endParaRPr lang="en-GB"/>
        </a:p>
      </dgm:t>
    </dgm:pt>
    <dgm:pt modelId="{076898C9-7FD7-8B47-BCD9-53784F8D0B70}" type="sibTrans" cxnId="{E09A360A-D868-8540-B035-0E635D0BE579}">
      <dgm:prSet/>
      <dgm:spPr/>
      <dgm:t>
        <a:bodyPr/>
        <a:lstStyle/>
        <a:p>
          <a:endParaRPr lang="en-GB"/>
        </a:p>
      </dgm:t>
    </dgm:pt>
    <dgm:pt modelId="{6500B664-9EAD-5542-9EC2-CFB02D5E433B}">
      <dgm:prSet/>
      <dgm:spPr/>
      <dgm:t>
        <a:bodyPr/>
        <a:lstStyle/>
        <a:p>
          <a:r>
            <a:rPr lang="en-AU" b="0" i="0"/>
            <a:t>Observation</a:t>
          </a:r>
          <a:endParaRPr lang="en-AU"/>
        </a:p>
      </dgm:t>
    </dgm:pt>
    <dgm:pt modelId="{B1CABDC8-E384-3B43-862E-13C3163F57DF}" type="parTrans" cxnId="{FD3A4893-28FC-664D-AF46-5DC2B93D47B1}">
      <dgm:prSet/>
      <dgm:spPr/>
      <dgm:t>
        <a:bodyPr/>
        <a:lstStyle/>
        <a:p>
          <a:endParaRPr lang="en-GB"/>
        </a:p>
      </dgm:t>
    </dgm:pt>
    <dgm:pt modelId="{0CA4D255-4D59-7E47-B80B-D663805BDB60}" type="sibTrans" cxnId="{FD3A4893-28FC-664D-AF46-5DC2B93D47B1}">
      <dgm:prSet/>
      <dgm:spPr/>
      <dgm:t>
        <a:bodyPr/>
        <a:lstStyle/>
        <a:p>
          <a:endParaRPr lang="en-GB"/>
        </a:p>
      </dgm:t>
    </dgm:pt>
    <dgm:pt modelId="{26533098-7845-E345-A2FA-1B82C00FACDF}">
      <dgm:prSet/>
      <dgm:spPr/>
      <dgm:t>
        <a:bodyPr/>
        <a:lstStyle/>
        <a:p>
          <a:r>
            <a:rPr lang="en-AU" b="0" i="0" dirty="0"/>
            <a:t>Interviews</a:t>
          </a:r>
          <a:endParaRPr lang="en-AU" dirty="0"/>
        </a:p>
      </dgm:t>
    </dgm:pt>
    <dgm:pt modelId="{1E7A2930-D283-124F-AB9A-6FC8CD59F2AB}" type="parTrans" cxnId="{C9B01E62-F521-6143-9F0E-C6D1899D214D}">
      <dgm:prSet/>
      <dgm:spPr/>
      <dgm:t>
        <a:bodyPr/>
        <a:lstStyle/>
        <a:p>
          <a:endParaRPr lang="en-GB"/>
        </a:p>
      </dgm:t>
    </dgm:pt>
    <dgm:pt modelId="{FC6C7162-9B5E-AF43-B595-54BB52836090}" type="sibTrans" cxnId="{C9B01E62-F521-6143-9F0E-C6D1899D214D}">
      <dgm:prSet/>
      <dgm:spPr/>
      <dgm:t>
        <a:bodyPr/>
        <a:lstStyle/>
        <a:p>
          <a:endParaRPr lang="en-GB"/>
        </a:p>
      </dgm:t>
    </dgm:pt>
    <dgm:pt modelId="{1731A2A4-5960-B241-8C1B-047402381B10}">
      <dgm:prSet/>
      <dgm:spPr/>
      <dgm:t>
        <a:bodyPr/>
        <a:lstStyle/>
        <a:p>
          <a:r>
            <a:rPr lang="en-AU" b="0" i="0" dirty="0"/>
            <a:t>Focus groups</a:t>
          </a:r>
          <a:endParaRPr lang="en-AU" dirty="0"/>
        </a:p>
      </dgm:t>
    </dgm:pt>
    <dgm:pt modelId="{5FC603B8-AA83-2346-9BED-B65B322E4180}" type="parTrans" cxnId="{9040552B-964C-3D4B-BDF9-797E99369097}">
      <dgm:prSet/>
      <dgm:spPr/>
      <dgm:t>
        <a:bodyPr/>
        <a:lstStyle/>
        <a:p>
          <a:endParaRPr lang="en-GB"/>
        </a:p>
      </dgm:t>
    </dgm:pt>
    <dgm:pt modelId="{B5178071-A631-714D-916E-92CE37234603}" type="sibTrans" cxnId="{9040552B-964C-3D4B-BDF9-797E99369097}">
      <dgm:prSet/>
      <dgm:spPr/>
      <dgm:t>
        <a:bodyPr/>
        <a:lstStyle/>
        <a:p>
          <a:endParaRPr lang="en-GB"/>
        </a:p>
      </dgm:t>
    </dgm:pt>
    <dgm:pt modelId="{09F77B1C-719E-A245-B76B-31ED6397540D}">
      <dgm:prSet/>
      <dgm:spPr/>
      <dgm:t>
        <a:bodyPr/>
        <a:lstStyle/>
        <a:p>
          <a:r>
            <a:rPr lang="en-AU" b="0" i="0"/>
            <a:t>Questionnaires</a:t>
          </a:r>
          <a:endParaRPr lang="en-AU"/>
        </a:p>
      </dgm:t>
    </dgm:pt>
    <dgm:pt modelId="{F6CD251D-10E8-F744-A40B-EA6DCBFDD833}" type="parTrans" cxnId="{E6CD836B-A8BA-114C-B7AA-912148E633D6}">
      <dgm:prSet/>
      <dgm:spPr/>
      <dgm:t>
        <a:bodyPr/>
        <a:lstStyle/>
        <a:p>
          <a:endParaRPr lang="en-GB"/>
        </a:p>
      </dgm:t>
    </dgm:pt>
    <dgm:pt modelId="{CF979681-D860-E344-9A1E-F05584105724}" type="sibTrans" cxnId="{E6CD836B-A8BA-114C-B7AA-912148E633D6}">
      <dgm:prSet/>
      <dgm:spPr/>
      <dgm:t>
        <a:bodyPr/>
        <a:lstStyle/>
        <a:p>
          <a:endParaRPr lang="en-GB"/>
        </a:p>
      </dgm:t>
    </dgm:pt>
    <dgm:pt modelId="{D215D1A5-39EB-7B46-AD2B-95EAED17D608}">
      <dgm:prSet/>
      <dgm:spPr/>
      <dgm:t>
        <a:bodyPr/>
        <a:lstStyle/>
        <a:p>
          <a:r>
            <a:rPr lang="en-AU" b="0" i="0" dirty="0"/>
            <a:t>Use case analysis (for new systems being built)</a:t>
          </a:r>
          <a:endParaRPr lang="en-AU" dirty="0"/>
        </a:p>
      </dgm:t>
    </dgm:pt>
    <dgm:pt modelId="{25BA95BF-546A-6E46-A507-7F6DDEC1E947}" type="parTrans" cxnId="{F011C2E8-891A-8A4D-9933-AB4DB185079B}">
      <dgm:prSet/>
      <dgm:spPr/>
      <dgm:t>
        <a:bodyPr/>
        <a:lstStyle/>
        <a:p>
          <a:endParaRPr lang="en-GB"/>
        </a:p>
      </dgm:t>
    </dgm:pt>
    <dgm:pt modelId="{B911356D-D259-7B47-9EC2-EB5B0CBF95B3}" type="sibTrans" cxnId="{F011C2E8-891A-8A4D-9933-AB4DB185079B}">
      <dgm:prSet/>
      <dgm:spPr/>
      <dgm:t>
        <a:bodyPr/>
        <a:lstStyle/>
        <a:p>
          <a:endParaRPr lang="en-GB"/>
        </a:p>
      </dgm:t>
    </dgm:pt>
    <dgm:pt modelId="{BC7A9C9C-B51C-3246-92BE-C36744F15FDB}">
      <dgm:prSet/>
      <dgm:spPr/>
      <dgm:t>
        <a:bodyPr/>
        <a:lstStyle/>
        <a:p>
          <a:r>
            <a:rPr lang="en-AU" b="0" i="0" dirty="0"/>
            <a:t>Requests for {information, proposals, tenders, quotation} </a:t>
          </a:r>
          <a:endParaRPr lang="en-AU" dirty="0"/>
        </a:p>
      </dgm:t>
    </dgm:pt>
    <dgm:pt modelId="{CFB5BFEF-6BD7-1148-A616-16B7A2379EA2}" type="parTrans" cxnId="{C00516F2-F62B-074D-B54C-3330F455D480}">
      <dgm:prSet/>
      <dgm:spPr/>
      <dgm:t>
        <a:bodyPr/>
        <a:lstStyle/>
        <a:p>
          <a:endParaRPr lang="en-GB"/>
        </a:p>
      </dgm:t>
    </dgm:pt>
    <dgm:pt modelId="{F3717356-F123-6544-BB4C-74C3B0546051}" type="sibTrans" cxnId="{C00516F2-F62B-074D-B54C-3330F455D480}">
      <dgm:prSet/>
      <dgm:spPr/>
      <dgm:t>
        <a:bodyPr/>
        <a:lstStyle/>
        <a:p>
          <a:endParaRPr lang="en-GB"/>
        </a:p>
      </dgm:t>
    </dgm:pt>
    <dgm:pt modelId="{31ABDFBC-35FD-DC4F-B780-D6A503BE791C}">
      <dgm:prSet/>
      <dgm:spPr/>
      <dgm:t>
        <a:bodyPr/>
        <a:lstStyle/>
        <a:p>
          <a:r>
            <a:rPr lang="en-AU" dirty="0"/>
            <a:t>Formal One-on-one</a:t>
          </a:r>
        </a:p>
      </dgm:t>
    </dgm:pt>
    <dgm:pt modelId="{66BE9B2C-AD45-774C-8F64-632EBB7D13EB}" type="parTrans" cxnId="{084AAA20-AF0E-B842-A7AA-0159ADD47ACE}">
      <dgm:prSet/>
      <dgm:spPr/>
      <dgm:t>
        <a:bodyPr/>
        <a:lstStyle/>
        <a:p>
          <a:endParaRPr lang="en-GB"/>
        </a:p>
      </dgm:t>
    </dgm:pt>
    <dgm:pt modelId="{B5275E8E-D36D-AC44-A2F2-B4D66E5C82B3}" type="sibTrans" cxnId="{084AAA20-AF0E-B842-A7AA-0159ADD47ACE}">
      <dgm:prSet/>
      <dgm:spPr/>
      <dgm:t>
        <a:bodyPr/>
        <a:lstStyle/>
        <a:p>
          <a:endParaRPr lang="en-GB"/>
        </a:p>
      </dgm:t>
    </dgm:pt>
    <dgm:pt modelId="{5ACE5F26-49EA-464B-A673-F31486B66BD4}">
      <dgm:prSet/>
      <dgm:spPr/>
      <dgm:t>
        <a:bodyPr/>
        <a:lstStyle/>
        <a:p>
          <a:r>
            <a:rPr lang="en-AU" dirty="0"/>
            <a:t>Brainstorming</a:t>
          </a:r>
        </a:p>
      </dgm:t>
    </dgm:pt>
    <dgm:pt modelId="{FD22E7A2-515E-FC4D-B83F-CBC5FBA6ADAC}" type="parTrans" cxnId="{5EC4950E-32EE-9244-966B-3135D3B43B64}">
      <dgm:prSet/>
      <dgm:spPr/>
      <dgm:t>
        <a:bodyPr/>
        <a:lstStyle/>
        <a:p>
          <a:endParaRPr lang="en-GB"/>
        </a:p>
      </dgm:t>
    </dgm:pt>
    <dgm:pt modelId="{707DED8C-A0CA-E447-AF00-CB9B96FCF86D}" type="sibTrans" cxnId="{5EC4950E-32EE-9244-966B-3135D3B43B64}">
      <dgm:prSet/>
      <dgm:spPr/>
      <dgm:t>
        <a:bodyPr/>
        <a:lstStyle/>
        <a:p>
          <a:endParaRPr lang="en-GB"/>
        </a:p>
      </dgm:t>
    </dgm:pt>
    <dgm:pt modelId="{2B2D6100-BDA5-FD45-943D-DBE8C01CF81D}" type="pres">
      <dgm:prSet presAssocID="{032F1A9D-2856-2345-B32F-23EFB4A99B2F}" presName="linear" presStyleCnt="0">
        <dgm:presLayoutVars>
          <dgm:animLvl val="lvl"/>
          <dgm:resizeHandles val="exact"/>
        </dgm:presLayoutVars>
      </dgm:prSet>
      <dgm:spPr/>
    </dgm:pt>
    <dgm:pt modelId="{2C4A4CF2-73C5-4142-B601-C383F0989595}" type="pres">
      <dgm:prSet presAssocID="{723BD71B-949D-4946-B209-CAD7D771B3D3}" presName="parentText" presStyleLbl="node1" presStyleIdx="0" presStyleCnt="7">
        <dgm:presLayoutVars>
          <dgm:chMax val="0"/>
          <dgm:bulletEnabled val="1"/>
        </dgm:presLayoutVars>
      </dgm:prSet>
      <dgm:spPr/>
    </dgm:pt>
    <dgm:pt modelId="{67BF2302-D7FE-064E-B682-E502B179BACA}" type="pres">
      <dgm:prSet presAssocID="{B6F4A865-2CC1-E348-86F7-1AAAD14ACED4}" presName="spacer" presStyleCnt="0"/>
      <dgm:spPr/>
    </dgm:pt>
    <dgm:pt modelId="{A42C2F90-41A3-BF49-9E27-FAA3CD4F718E}" type="pres">
      <dgm:prSet presAssocID="{13F99034-776C-1049-A8DE-CF218C791355}" presName="parentText" presStyleLbl="node1" presStyleIdx="1" presStyleCnt="7">
        <dgm:presLayoutVars>
          <dgm:chMax val="0"/>
          <dgm:bulletEnabled val="1"/>
        </dgm:presLayoutVars>
      </dgm:prSet>
      <dgm:spPr/>
    </dgm:pt>
    <dgm:pt modelId="{05677EF6-D451-044F-99D0-86630881DE0D}" type="pres">
      <dgm:prSet presAssocID="{076898C9-7FD7-8B47-BCD9-53784F8D0B70}" presName="spacer" presStyleCnt="0"/>
      <dgm:spPr/>
    </dgm:pt>
    <dgm:pt modelId="{C98E4A34-C14E-0341-8AC9-0A52B4E3E1D8}" type="pres">
      <dgm:prSet presAssocID="{6500B664-9EAD-5542-9EC2-CFB02D5E433B}" presName="parentText" presStyleLbl="node1" presStyleIdx="2" presStyleCnt="7">
        <dgm:presLayoutVars>
          <dgm:chMax val="0"/>
          <dgm:bulletEnabled val="1"/>
        </dgm:presLayoutVars>
      </dgm:prSet>
      <dgm:spPr/>
    </dgm:pt>
    <dgm:pt modelId="{264674D5-08D5-2A4D-A983-C180D46644B5}" type="pres">
      <dgm:prSet presAssocID="{0CA4D255-4D59-7E47-B80B-D663805BDB60}" presName="spacer" presStyleCnt="0"/>
      <dgm:spPr/>
    </dgm:pt>
    <dgm:pt modelId="{78D9B4E8-50CF-7D45-B39D-926256A70E6C}" type="pres">
      <dgm:prSet presAssocID="{26533098-7845-E345-A2FA-1B82C00FACDF}" presName="parentText" presStyleLbl="node1" presStyleIdx="3" presStyleCnt="7">
        <dgm:presLayoutVars>
          <dgm:chMax val="0"/>
          <dgm:bulletEnabled val="1"/>
        </dgm:presLayoutVars>
      </dgm:prSet>
      <dgm:spPr/>
    </dgm:pt>
    <dgm:pt modelId="{A0F64435-14FE-6E4B-978A-CC06FDF93C56}" type="pres">
      <dgm:prSet presAssocID="{26533098-7845-E345-A2FA-1B82C00FACDF}" presName="childText" presStyleLbl="revTx" presStyleIdx="0" presStyleCnt="1">
        <dgm:presLayoutVars>
          <dgm:bulletEnabled val="1"/>
        </dgm:presLayoutVars>
      </dgm:prSet>
      <dgm:spPr/>
    </dgm:pt>
    <dgm:pt modelId="{3E4799D5-BBA0-234F-BC64-775955440B52}" type="pres">
      <dgm:prSet presAssocID="{09F77B1C-719E-A245-B76B-31ED6397540D}" presName="parentText" presStyleLbl="node1" presStyleIdx="4" presStyleCnt="7">
        <dgm:presLayoutVars>
          <dgm:chMax val="0"/>
          <dgm:bulletEnabled val="1"/>
        </dgm:presLayoutVars>
      </dgm:prSet>
      <dgm:spPr/>
    </dgm:pt>
    <dgm:pt modelId="{B345A27B-F842-E846-982B-4D1FC01F47E7}" type="pres">
      <dgm:prSet presAssocID="{CF979681-D860-E344-9A1E-F05584105724}" presName="spacer" presStyleCnt="0"/>
      <dgm:spPr/>
    </dgm:pt>
    <dgm:pt modelId="{3C176E7E-66DD-9E4B-98A1-6AC451D3B836}" type="pres">
      <dgm:prSet presAssocID="{D215D1A5-39EB-7B46-AD2B-95EAED17D608}" presName="parentText" presStyleLbl="node1" presStyleIdx="5" presStyleCnt="7">
        <dgm:presLayoutVars>
          <dgm:chMax val="0"/>
          <dgm:bulletEnabled val="1"/>
        </dgm:presLayoutVars>
      </dgm:prSet>
      <dgm:spPr/>
    </dgm:pt>
    <dgm:pt modelId="{930B0984-FBC0-E949-A548-7589B799F8E6}" type="pres">
      <dgm:prSet presAssocID="{B911356D-D259-7B47-9EC2-EB5B0CBF95B3}" presName="spacer" presStyleCnt="0"/>
      <dgm:spPr/>
    </dgm:pt>
    <dgm:pt modelId="{B8091FDA-EDE8-6449-BC3D-B4FA5631295B}" type="pres">
      <dgm:prSet presAssocID="{BC7A9C9C-B51C-3246-92BE-C36744F15FDB}" presName="parentText" presStyleLbl="node1" presStyleIdx="6" presStyleCnt="7">
        <dgm:presLayoutVars>
          <dgm:chMax val="0"/>
          <dgm:bulletEnabled val="1"/>
        </dgm:presLayoutVars>
      </dgm:prSet>
      <dgm:spPr/>
    </dgm:pt>
  </dgm:ptLst>
  <dgm:cxnLst>
    <dgm:cxn modelId="{5489B404-6392-8346-9DA7-C6C065E12DB9}" type="presOf" srcId="{09F77B1C-719E-A245-B76B-31ED6397540D}" destId="{3E4799D5-BBA0-234F-BC64-775955440B52}" srcOrd="0" destOrd="0" presId="urn:microsoft.com/office/officeart/2005/8/layout/vList2"/>
    <dgm:cxn modelId="{E09A360A-D868-8540-B035-0E635D0BE579}" srcId="{032F1A9D-2856-2345-B32F-23EFB4A99B2F}" destId="{13F99034-776C-1049-A8DE-CF218C791355}" srcOrd="1" destOrd="0" parTransId="{EF68BC79-10C1-404D-AD31-5E6DE875B962}" sibTransId="{076898C9-7FD7-8B47-BCD9-53784F8D0B70}"/>
    <dgm:cxn modelId="{5EC4950E-32EE-9244-966B-3135D3B43B64}" srcId="{26533098-7845-E345-A2FA-1B82C00FACDF}" destId="{5ACE5F26-49EA-464B-A673-F31486B66BD4}" srcOrd="2" destOrd="0" parTransId="{FD22E7A2-515E-FC4D-B83F-CBC5FBA6ADAC}" sibTransId="{707DED8C-A0CA-E447-AF00-CB9B96FCF86D}"/>
    <dgm:cxn modelId="{F720D31F-3572-254E-BA13-4435B354B257}" type="presOf" srcId="{032F1A9D-2856-2345-B32F-23EFB4A99B2F}" destId="{2B2D6100-BDA5-FD45-943D-DBE8C01CF81D}" srcOrd="0" destOrd="0" presId="urn:microsoft.com/office/officeart/2005/8/layout/vList2"/>
    <dgm:cxn modelId="{084AAA20-AF0E-B842-A7AA-0159ADD47ACE}" srcId="{26533098-7845-E345-A2FA-1B82C00FACDF}" destId="{31ABDFBC-35FD-DC4F-B780-D6A503BE791C}" srcOrd="0" destOrd="0" parTransId="{66BE9B2C-AD45-774C-8F64-632EBB7D13EB}" sibTransId="{B5275E8E-D36D-AC44-A2F2-B4D66E5C82B3}"/>
    <dgm:cxn modelId="{9040552B-964C-3D4B-BDF9-797E99369097}" srcId="{26533098-7845-E345-A2FA-1B82C00FACDF}" destId="{1731A2A4-5960-B241-8C1B-047402381B10}" srcOrd="1" destOrd="0" parTransId="{5FC603B8-AA83-2346-9BED-B65B322E4180}" sibTransId="{B5178071-A631-714D-916E-92CE37234603}"/>
    <dgm:cxn modelId="{7E7BB033-9FFD-7B48-8EB5-12907BE63FE5}" type="presOf" srcId="{5ACE5F26-49EA-464B-A673-F31486B66BD4}" destId="{A0F64435-14FE-6E4B-978A-CC06FDF93C56}" srcOrd="0" destOrd="2" presId="urn:microsoft.com/office/officeart/2005/8/layout/vList2"/>
    <dgm:cxn modelId="{1B997338-FE30-7240-9452-1BD7871D3A81}" type="presOf" srcId="{13F99034-776C-1049-A8DE-CF218C791355}" destId="{A42C2F90-41A3-BF49-9E27-FAA3CD4F718E}" srcOrd="0" destOrd="0" presId="urn:microsoft.com/office/officeart/2005/8/layout/vList2"/>
    <dgm:cxn modelId="{7741773F-CD9F-4848-9E1D-3EC9920A6817}" type="presOf" srcId="{6500B664-9EAD-5542-9EC2-CFB02D5E433B}" destId="{C98E4A34-C14E-0341-8AC9-0A52B4E3E1D8}" srcOrd="0" destOrd="0" presId="urn:microsoft.com/office/officeart/2005/8/layout/vList2"/>
    <dgm:cxn modelId="{77B09A54-D362-4A41-9282-836B29CAA23E}" type="presOf" srcId="{26533098-7845-E345-A2FA-1B82C00FACDF}" destId="{78D9B4E8-50CF-7D45-B39D-926256A70E6C}" srcOrd="0" destOrd="0" presId="urn:microsoft.com/office/officeart/2005/8/layout/vList2"/>
    <dgm:cxn modelId="{C9B01E62-F521-6143-9F0E-C6D1899D214D}" srcId="{032F1A9D-2856-2345-B32F-23EFB4A99B2F}" destId="{26533098-7845-E345-A2FA-1B82C00FACDF}" srcOrd="3" destOrd="0" parTransId="{1E7A2930-D283-124F-AB9A-6FC8CD59F2AB}" sibTransId="{FC6C7162-9B5E-AF43-B595-54BB52836090}"/>
    <dgm:cxn modelId="{E8CE0D65-C212-AD43-8501-AC723387C164}" type="presOf" srcId="{D215D1A5-39EB-7B46-AD2B-95EAED17D608}" destId="{3C176E7E-66DD-9E4B-98A1-6AC451D3B836}" srcOrd="0" destOrd="0" presId="urn:microsoft.com/office/officeart/2005/8/layout/vList2"/>
    <dgm:cxn modelId="{E6CD836B-A8BA-114C-B7AA-912148E633D6}" srcId="{032F1A9D-2856-2345-B32F-23EFB4A99B2F}" destId="{09F77B1C-719E-A245-B76B-31ED6397540D}" srcOrd="4" destOrd="0" parTransId="{F6CD251D-10E8-F744-A40B-EA6DCBFDD833}" sibTransId="{CF979681-D860-E344-9A1E-F05584105724}"/>
    <dgm:cxn modelId="{74B86E72-A7EF-A54E-9128-7BEA8965F5C9}" type="presOf" srcId="{1731A2A4-5960-B241-8C1B-047402381B10}" destId="{A0F64435-14FE-6E4B-978A-CC06FDF93C56}" srcOrd="0" destOrd="1" presId="urn:microsoft.com/office/officeart/2005/8/layout/vList2"/>
    <dgm:cxn modelId="{C9CB407E-17B4-0349-B7F9-151E24BADBFF}" type="presOf" srcId="{723BD71B-949D-4946-B209-CAD7D771B3D3}" destId="{2C4A4CF2-73C5-4142-B601-C383F0989595}" srcOrd="0" destOrd="0" presId="urn:microsoft.com/office/officeart/2005/8/layout/vList2"/>
    <dgm:cxn modelId="{FD3A4893-28FC-664D-AF46-5DC2B93D47B1}" srcId="{032F1A9D-2856-2345-B32F-23EFB4A99B2F}" destId="{6500B664-9EAD-5542-9EC2-CFB02D5E433B}" srcOrd="2" destOrd="0" parTransId="{B1CABDC8-E384-3B43-862E-13C3163F57DF}" sibTransId="{0CA4D255-4D59-7E47-B80B-D663805BDB60}"/>
    <dgm:cxn modelId="{7249AEC9-3285-BD46-9646-D2F4133B76ED}" type="presOf" srcId="{BC7A9C9C-B51C-3246-92BE-C36744F15FDB}" destId="{B8091FDA-EDE8-6449-BC3D-B4FA5631295B}" srcOrd="0" destOrd="0" presId="urn:microsoft.com/office/officeart/2005/8/layout/vList2"/>
    <dgm:cxn modelId="{094C28DC-74AD-ED42-9AAF-62A3E48F4356}" type="presOf" srcId="{31ABDFBC-35FD-DC4F-B780-D6A503BE791C}" destId="{A0F64435-14FE-6E4B-978A-CC06FDF93C56}" srcOrd="0" destOrd="0" presId="urn:microsoft.com/office/officeart/2005/8/layout/vList2"/>
    <dgm:cxn modelId="{7BD398E0-8E12-0E40-853B-4F0BD11FA2F7}" srcId="{032F1A9D-2856-2345-B32F-23EFB4A99B2F}" destId="{723BD71B-949D-4946-B209-CAD7D771B3D3}" srcOrd="0" destOrd="0" parTransId="{50E585AA-6593-4C47-AF59-CC6FBF2733F7}" sibTransId="{B6F4A865-2CC1-E348-86F7-1AAAD14ACED4}"/>
    <dgm:cxn modelId="{F011C2E8-891A-8A4D-9933-AB4DB185079B}" srcId="{032F1A9D-2856-2345-B32F-23EFB4A99B2F}" destId="{D215D1A5-39EB-7B46-AD2B-95EAED17D608}" srcOrd="5" destOrd="0" parTransId="{25BA95BF-546A-6E46-A507-7F6DDEC1E947}" sibTransId="{B911356D-D259-7B47-9EC2-EB5B0CBF95B3}"/>
    <dgm:cxn modelId="{C00516F2-F62B-074D-B54C-3330F455D480}" srcId="{032F1A9D-2856-2345-B32F-23EFB4A99B2F}" destId="{BC7A9C9C-B51C-3246-92BE-C36744F15FDB}" srcOrd="6" destOrd="0" parTransId="{CFB5BFEF-6BD7-1148-A616-16B7A2379EA2}" sibTransId="{F3717356-F123-6544-BB4C-74C3B0546051}"/>
    <dgm:cxn modelId="{63E6D4C9-1AD1-1041-8AF8-B4EB97171EEA}" type="presParOf" srcId="{2B2D6100-BDA5-FD45-943D-DBE8C01CF81D}" destId="{2C4A4CF2-73C5-4142-B601-C383F0989595}" srcOrd="0" destOrd="0" presId="urn:microsoft.com/office/officeart/2005/8/layout/vList2"/>
    <dgm:cxn modelId="{AFC71712-8788-2449-A406-EA5AC9DC98F7}" type="presParOf" srcId="{2B2D6100-BDA5-FD45-943D-DBE8C01CF81D}" destId="{67BF2302-D7FE-064E-B682-E502B179BACA}" srcOrd="1" destOrd="0" presId="urn:microsoft.com/office/officeart/2005/8/layout/vList2"/>
    <dgm:cxn modelId="{29283B10-568A-E143-84D4-5CD4ADD135F1}" type="presParOf" srcId="{2B2D6100-BDA5-FD45-943D-DBE8C01CF81D}" destId="{A42C2F90-41A3-BF49-9E27-FAA3CD4F718E}" srcOrd="2" destOrd="0" presId="urn:microsoft.com/office/officeart/2005/8/layout/vList2"/>
    <dgm:cxn modelId="{8F001E1D-3506-1644-A4A2-4D96F3D6B752}" type="presParOf" srcId="{2B2D6100-BDA5-FD45-943D-DBE8C01CF81D}" destId="{05677EF6-D451-044F-99D0-86630881DE0D}" srcOrd="3" destOrd="0" presId="urn:microsoft.com/office/officeart/2005/8/layout/vList2"/>
    <dgm:cxn modelId="{0C499CB7-DB78-8B43-89CE-5CEA0A046AD5}" type="presParOf" srcId="{2B2D6100-BDA5-FD45-943D-DBE8C01CF81D}" destId="{C98E4A34-C14E-0341-8AC9-0A52B4E3E1D8}" srcOrd="4" destOrd="0" presId="urn:microsoft.com/office/officeart/2005/8/layout/vList2"/>
    <dgm:cxn modelId="{9B6C142A-5EC4-DA45-B20B-742B7603B5C8}" type="presParOf" srcId="{2B2D6100-BDA5-FD45-943D-DBE8C01CF81D}" destId="{264674D5-08D5-2A4D-A983-C180D46644B5}" srcOrd="5" destOrd="0" presId="urn:microsoft.com/office/officeart/2005/8/layout/vList2"/>
    <dgm:cxn modelId="{66371E87-99D7-9141-99B0-30C380CC59B1}" type="presParOf" srcId="{2B2D6100-BDA5-FD45-943D-DBE8C01CF81D}" destId="{78D9B4E8-50CF-7D45-B39D-926256A70E6C}" srcOrd="6" destOrd="0" presId="urn:microsoft.com/office/officeart/2005/8/layout/vList2"/>
    <dgm:cxn modelId="{A49339B8-74A0-964F-93B6-9CE8A402F562}" type="presParOf" srcId="{2B2D6100-BDA5-FD45-943D-DBE8C01CF81D}" destId="{A0F64435-14FE-6E4B-978A-CC06FDF93C56}" srcOrd="7" destOrd="0" presId="urn:microsoft.com/office/officeart/2005/8/layout/vList2"/>
    <dgm:cxn modelId="{B0EAAF5C-2C26-8F4F-B004-3A37ECDCD970}" type="presParOf" srcId="{2B2D6100-BDA5-FD45-943D-DBE8C01CF81D}" destId="{3E4799D5-BBA0-234F-BC64-775955440B52}" srcOrd="8" destOrd="0" presId="urn:microsoft.com/office/officeart/2005/8/layout/vList2"/>
    <dgm:cxn modelId="{022502D1-7DBD-E749-A640-6C8028B7AFD8}" type="presParOf" srcId="{2B2D6100-BDA5-FD45-943D-DBE8C01CF81D}" destId="{B345A27B-F842-E846-982B-4D1FC01F47E7}" srcOrd="9" destOrd="0" presId="urn:microsoft.com/office/officeart/2005/8/layout/vList2"/>
    <dgm:cxn modelId="{88AFF0F5-47E0-C04C-99A7-E45C018B1F32}" type="presParOf" srcId="{2B2D6100-BDA5-FD45-943D-DBE8C01CF81D}" destId="{3C176E7E-66DD-9E4B-98A1-6AC451D3B836}" srcOrd="10" destOrd="0" presId="urn:microsoft.com/office/officeart/2005/8/layout/vList2"/>
    <dgm:cxn modelId="{C8FCF3CD-028F-8244-BC60-FF855ACB2710}" type="presParOf" srcId="{2B2D6100-BDA5-FD45-943D-DBE8C01CF81D}" destId="{930B0984-FBC0-E949-A548-7589B799F8E6}" srcOrd="11" destOrd="0" presId="urn:microsoft.com/office/officeart/2005/8/layout/vList2"/>
    <dgm:cxn modelId="{A31B1359-BFA0-6B44-8308-D78776E212CF}" type="presParOf" srcId="{2B2D6100-BDA5-FD45-943D-DBE8C01CF81D}" destId="{B8091FDA-EDE8-6449-BC3D-B4FA5631295B}"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99D737-0472-4C94-A00E-E0733B8BFF7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AU"/>
        </a:p>
      </dgm:t>
    </dgm:pt>
    <dgm:pt modelId="{01E0E229-2AE5-49F4-A1E8-165049C259ED}">
      <dgm:prSet/>
      <dgm:spPr/>
      <dgm:t>
        <a:bodyPr/>
        <a:lstStyle/>
        <a:p>
          <a:pPr rtl="0"/>
          <a:r>
            <a:rPr lang="en-US" b="1" dirty="0"/>
            <a:t>Quantitative data</a:t>
          </a:r>
          <a:endParaRPr lang="en-AU" dirty="0"/>
        </a:p>
      </dgm:t>
    </dgm:pt>
    <dgm:pt modelId="{EC4817EA-0E62-4D8A-B7AF-3168A86FBBDD}" type="parTrans" cxnId="{53EB5990-8E2B-419E-856A-40E5392AC6CB}">
      <dgm:prSet/>
      <dgm:spPr/>
      <dgm:t>
        <a:bodyPr/>
        <a:lstStyle/>
        <a:p>
          <a:endParaRPr lang="en-AU"/>
        </a:p>
      </dgm:t>
    </dgm:pt>
    <dgm:pt modelId="{63B9859A-2AE1-4584-99A0-FCED89538949}" type="sibTrans" cxnId="{53EB5990-8E2B-419E-856A-40E5392AC6CB}">
      <dgm:prSet/>
      <dgm:spPr/>
      <dgm:t>
        <a:bodyPr/>
        <a:lstStyle/>
        <a:p>
          <a:endParaRPr lang="en-AU"/>
        </a:p>
      </dgm:t>
    </dgm:pt>
    <dgm:pt modelId="{28B96397-6327-4A7F-B262-0C48C61ECCC6}">
      <dgm:prSet/>
      <dgm:spPr/>
      <dgm:t>
        <a:bodyPr/>
        <a:lstStyle/>
        <a:p>
          <a:pPr rtl="0"/>
          <a:r>
            <a:rPr lang="en-US" b="1" dirty="0"/>
            <a:t>Qualitative data</a:t>
          </a:r>
          <a:endParaRPr lang="en-AU" dirty="0"/>
        </a:p>
      </dgm:t>
    </dgm:pt>
    <dgm:pt modelId="{E47E6F3F-70E8-4630-9860-FA026CDAFB21}" type="parTrans" cxnId="{FFA529D0-1EBB-46FF-B123-BB6FDC807FBD}">
      <dgm:prSet/>
      <dgm:spPr/>
      <dgm:t>
        <a:bodyPr/>
        <a:lstStyle/>
        <a:p>
          <a:endParaRPr lang="en-AU"/>
        </a:p>
      </dgm:t>
    </dgm:pt>
    <dgm:pt modelId="{075CDA98-5101-4ABA-A4F8-E2871B2E3C92}" type="sibTrans" cxnId="{FFA529D0-1EBB-46FF-B123-BB6FDC807FBD}">
      <dgm:prSet/>
      <dgm:spPr/>
      <dgm:t>
        <a:bodyPr/>
        <a:lstStyle/>
        <a:p>
          <a:endParaRPr lang="en-AU"/>
        </a:p>
      </dgm:t>
    </dgm:pt>
    <dgm:pt modelId="{5D815FE1-51DF-4DA6-817E-FA687A8AAD39}">
      <dgm:prSet/>
      <dgm:spPr>
        <a:solidFill>
          <a:schemeClr val="accent2"/>
        </a:solidFill>
      </dgm:spPr>
      <dgm:t>
        <a:bodyPr/>
        <a:lstStyle/>
        <a:p>
          <a:pPr rtl="0"/>
          <a:r>
            <a:rPr lang="en-US" b="1" dirty="0"/>
            <a:t>Quantitative analysis</a:t>
          </a:r>
          <a:endParaRPr lang="en-AU" dirty="0"/>
        </a:p>
      </dgm:t>
    </dgm:pt>
    <dgm:pt modelId="{4E2BCB6B-85DC-4DBC-B476-68EBB8B06342}" type="parTrans" cxnId="{15CAD5D5-B8BA-4A7C-8970-C8AF15588CA3}">
      <dgm:prSet/>
      <dgm:spPr/>
      <dgm:t>
        <a:bodyPr/>
        <a:lstStyle/>
        <a:p>
          <a:endParaRPr lang="en-AU"/>
        </a:p>
      </dgm:t>
    </dgm:pt>
    <dgm:pt modelId="{B2216467-704A-4B37-B474-996E90663C7A}" type="sibTrans" cxnId="{15CAD5D5-B8BA-4A7C-8970-C8AF15588CA3}">
      <dgm:prSet/>
      <dgm:spPr/>
      <dgm:t>
        <a:bodyPr/>
        <a:lstStyle/>
        <a:p>
          <a:endParaRPr lang="en-AU"/>
        </a:p>
      </dgm:t>
    </dgm:pt>
    <dgm:pt modelId="{093D9C16-D882-479C-8484-DF29A4A04076}">
      <dgm:prSet/>
      <dgm:spPr>
        <a:solidFill>
          <a:schemeClr val="accent2"/>
        </a:solidFill>
      </dgm:spPr>
      <dgm:t>
        <a:bodyPr/>
        <a:lstStyle/>
        <a:p>
          <a:pPr rtl="0"/>
          <a:r>
            <a:rPr lang="en-US" b="1" dirty="0"/>
            <a:t>Qualitative analysis</a:t>
          </a:r>
          <a:endParaRPr lang="en-AU" dirty="0"/>
        </a:p>
      </dgm:t>
    </dgm:pt>
    <dgm:pt modelId="{F7758F7C-46F1-4943-8317-8861014D1B57}" type="parTrans" cxnId="{2E8534F8-C115-4908-ADCE-84B5FF719BC6}">
      <dgm:prSet/>
      <dgm:spPr/>
      <dgm:t>
        <a:bodyPr/>
        <a:lstStyle/>
        <a:p>
          <a:endParaRPr lang="en-AU"/>
        </a:p>
      </dgm:t>
    </dgm:pt>
    <dgm:pt modelId="{BE392072-6FC9-4A65-88CF-0909EB4AC252}" type="sibTrans" cxnId="{2E8534F8-C115-4908-ADCE-84B5FF719BC6}">
      <dgm:prSet/>
      <dgm:spPr/>
      <dgm:t>
        <a:bodyPr/>
        <a:lstStyle/>
        <a:p>
          <a:endParaRPr lang="en-AU"/>
        </a:p>
      </dgm:t>
    </dgm:pt>
    <dgm:pt modelId="{FC449512-4D16-4012-A337-EFBB7A3AD4DE}">
      <dgm:prSet/>
      <dgm:spPr/>
      <dgm:t>
        <a:bodyPr/>
        <a:lstStyle/>
        <a:p>
          <a:pPr rtl="0"/>
          <a:r>
            <a:rPr lang="en-US"/>
            <a:t>expressed as numbers</a:t>
          </a:r>
          <a:endParaRPr lang="en-AU" dirty="0"/>
        </a:p>
      </dgm:t>
    </dgm:pt>
    <dgm:pt modelId="{FFB4F715-897A-4407-A7C6-9D7010303160}" type="parTrans" cxnId="{2D3CEEDE-A7EC-4672-82B6-12CB5008D73F}">
      <dgm:prSet/>
      <dgm:spPr/>
      <dgm:t>
        <a:bodyPr/>
        <a:lstStyle/>
        <a:p>
          <a:endParaRPr lang="en-AU"/>
        </a:p>
      </dgm:t>
    </dgm:pt>
    <dgm:pt modelId="{91855F96-A849-4BC0-96AD-716BB85BD350}" type="sibTrans" cxnId="{2D3CEEDE-A7EC-4672-82B6-12CB5008D73F}">
      <dgm:prSet/>
      <dgm:spPr/>
      <dgm:t>
        <a:bodyPr/>
        <a:lstStyle/>
        <a:p>
          <a:endParaRPr lang="en-AU"/>
        </a:p>
      </dgm:t>
    </dgm:pt>
    <dgm:pt modelId="{DB691851-DF1E-49BE-B98C-011B1A5732CD}">
      <dgm:prSet/>
      <dgm:spPr/>
      <dgm:t>
        <a:bodyPr/>
        <a:lstStyle/>
        <a:p>
          <a:pPr rtl="0"/>
          <a:r>
            <a:rPr lang="en-US" dirty="0"/>
            <a:t>difficult to measure sensibly as numbers, e.g. count number of words to measure dissatisfaction</a:t>
          </a:r>
          <a:endParaRPr lang="en-AU" dirty="0"/>
        </a:p>
      </dgm:t>
    </dgm:pt>
    <dgm:pt modelId="{ED0A7C09-FD79-4BEB-B5E8-6B405CE5E12C}" type="parTrans" cxnId="{28844BF2-2969-428B-B956-508AE73F3A2A}">
      <dgm:prSet/>
      <dgm:spPr/>
      <dgm:t>
        <a:bodyPr/>
        <a:lstStyle/>
        <a:p>
          <a:endParaRPr lang="en-AU"/>
        </a:p>
      </dgm:t>
    </dgm:pt>
    <dgm:pt modelId="{2784B6E4-F6C9-4BB0-B35D-6773FF10939C}" type="sibTrans" cxnId="{28844BF2-2969-428B-B956-508AE73F3A2A}">
      <dgm:prSet/>
      <dgm:spPr/>
      <dgm:t>
        <a:bodyPr/>
        <a:lstStyle/>
        <a:p>
          <a:endParaRPr lang="en-AU"/>
        </a:p>
      </dgm:t>
    </dgm:pt>
    <dgm:pt modelId="{5A32B1BA-926D-4A16-A730-0FDE928495E9}">
      <dgm:prSet>
        <dgm:style>
          <a:lnRef idx="2">
            <a:schemeClr val="accent2"/>
          </a:lnRef>
          <a:fillRef idx="1">
            <a:schemeClr val="lt1"/>
          </a:fillRef>
          <a:effectRef idx="0">
            <a:schemeClr val="accent2"/>
          </a:effectRef>
          <a:fontRef idx="minor">
            <a:schemeClr val="dk1"/>
          </a:fontRef>
        </dgm:style>
      </dgm:prSet>
      <dgm:spPr/>
      <dgm:t>
        <a:bodyPr/>
        <a:lstStyle/>
        <a:p>
          <a:pPr rtl="0"/>
          <a:r>
            <a:rPr lang="en-US"/>
            <a:t>numerical </a:t>
          </a:r>
          <a:r>
            <a:rPr lang="en-US" dirty="0"/>
            <a:t>methods to ascertain size, magnitude, amount</a:t>
          </a:r>
          <a:endParaRPr lang="en-AU" dirty="0"/>
        </a:p>
      </dgm:t>
    </dgm:pt>
    <dgm:pt modelId="{A8A8942D-D22C-4CA2-A54B-A4ECEE4FECF2}" type="parTrans" cxnId="{F5E66332-1996-412A-8CFD-C3ECBBC92B04}">
      <dgm:prSet/>
      <dgm:spPr/>
      <dgm:t>
        <a:bodyPr/>
        <a:lstStyle/>
        <a:p>
          <a:endParaRPr lang="en-AU"/>
        </a:p>
      </dgm:t>
    </dgm:pt>
    <dgm:pt modelId="{96EECE0F-1D2B-4D3F-86BC-D5266451FE77}" type="sibTrans" cxnId="{F5E66332-1996-412A-8CFD-C3ECBBC92B04}">
      <dgm:prSet/>
      <dgm:spPr/>
      <dgm:t>
        <a:bodyPr/>
        <a:lstStyle/>
        <a:p>
          <a:endParaRPr lang="en-AU"/>
        </a:p>
      </dgm:t>
    </dgm:pt>
    <dgm:pt modelId="{CCEEE2ED-9AC1-451D-AF6B-C32DB704884A}">
      <dgm:prSet>
        <dgm:style>
          <a:lnRef idx="2">
            <a:schemeClr val="accent2"/>
          </a:lnRef>
          <a:fillRef idx="1">
            <a:schemeClr val="lt1"/>
          </a:fillRef>
          <a:effectRef idx="0">
            <a:schemeClr val="accent2"/>
          </a:effectRef>
          <a:fontRef idx="minor">
            <a:schemeClr val="dk1"/>
          </a:fontRef>
        </dgm:style>
      </dgm:prSet>
      <dgm:spPr/>
      <dgm:t>
        <a:bodyPr/>
        <a:lstStyle/>
        <a:p>
          <a:pPr rtl="0"/>
          <a:r>
            <a:rPr lang="en-US"/>
            <a:t>expresses </a:t>
          </a:r>
          <a:r>
            <a:rPr lang="en-US" dirty="0"/>
            <a:t>the nature of elements and is represented as themes, patterns, stories</a:t>
          </a:r>
          <a:endParaRPr lang="en-AU" dirty="0"/>
        </a:p>
      </dgm:t>
    </dgm:pt>
    <dgm:pt modelId="{0D0D6094-D70F-4801-AF58-D7A0D2ED8521}" type="parTrans" cxnId="{DFD4431A-91A5-4758-B758-5E0E9EB0EF57}">
      <dgm:prSet/>
      <dgm:spPr/>
      <dgm:t>
        <a:bodyPr/>
        <a:lstStyle/>
        <a:p>
          <a:endParaRPr lang="en-AU"/>
        </a:p>
      </dgm:t>
    </dgm:pt>
    <dgm:pt modelId="{17DC083F-F059-474D-BFE7-068A5496417B}" type="sibTrans" cxnId="{DFD4431A-91A5-4758-B758-5E0E9EB0EF57}">
      <dgm:prSet/>
      <dgm:spPr/>
      <dgm:t>
        <a:bodyPr/>
        <a:lstStyle/>
        <a:p>
          <a:endParaRPr lang="en-AU"/>
        </a:p>
      </dgm:t>
    </dgm:pt>
    <dgm:pt modelId="{DAEFB790-07DD-43D3-AC10-6D7812B28A7B}" type="pres">
      <dgm:prSet presAssocID="{5699D737-0472-4C94-A00E-E0733B8BFF7F}" presName="linear" presStyleCnt="0">
        <dgm:presLayoutVars>
          <dgm:dir/>
          <dgm:animLvl val="lvl"/>
          <dgm:resizeHandles val="exact"/>
        </dgm:presLayoutVars>
      </dgm:prSet>
      <dgm:spPr/>
    </dgm:pt>
    <dgm:pt modelId="{2F7826D9-5A18-4AC3-9805-5D6ECFEA88EC}" type="pres">
      <dgm:prSet presAssocID="{01E0E229-2AE5-49F4-A1E8-165049C259ED}" presName="parentLin" presStyleCnt="0"/>
      <dgm:spPr/>
    </dgm:pt>
    <dgm:pt modelId="{B0246B3C-B53D-491D-BCB1-AD3FAA88C984}" type="pres">
      <dgm:prSet presAssocID="{01E0E229-2AE5-49F4-A1E8-165049C259ED}" presName="parentLeftMargin" presStyleLbl="node1" presStyleIdx="0" presStyleCnt="4"/>
      <dgm:spPr/>
    </dgm:pt>
    <dgm:pt modelId="{AE054401-EB04-4DA6-B118-674793CB8048}" type="pres">
      <dgm:prSet presAssocID="{01E0E229-2AE5-49F4-A1E8-165049C259ED}" presName="parentText" presStyleLbl="node1" presStyleIdx="0" presStyleCnt="4">
        <dgm:presLayoutVars>
          <dgm:chMax val="0"/>
          <dgm:bulletEnabled val="1"/>
        </dgm:presLayoutVars>
      </dgm:prSet>
      <dgm:spPr/>
    </dgm:pt>
    <dgm:pt modelId="{4EA6AEC9-6643-4CCB-BDB6-1EF0272CA3C7}" type="pres">
      <dgm:prSet presAssocID="{01E0E229-2AE5-49F4-A1E8-165049C259ED}" presName="negativeSpace" presStyleCnt="0"/>
      <dgm:spPr/>
    </dgm:pt>
    <dgm:pt modelId="{242061AD-50D9-4956-9BAC-844E56882FC4}" type="pres">
      <dgm:prSet presAssocID="{01E0E229-2AE5-49F4-A1E8-165049C259ED}" presName="childText" presStyleLbl="conFgAcc1" presStyleIdx="0" presStyleCnt="4">
        <dgm:presLayoutVars>
          <dgm:bulletEnabled val="1"/>
        </dgm:presLayoutVars>
      </dgm:prSet>
      <dgm:spPr/>
    </dgm:pt>
    <dgm:pt modelId="{FDAB9746-5B08-4C79-84C8-62F05444DF35}" type="pres">
      <dgm:prSet presAssocID="{63B9859A-2AE1-4584-99A0-FCED89538949}" presName="spaceBetweenRectangles" presStyleCnt="0"/>
      <dgm:spPr/>
    </dgm:pt>
    <dgm:pt modelId="{5581CB0D-7461-4E20-8879-306CD0D2B582}" type="pres">
      <dgm:prSet presAssocID="{28B96397-6327-4A7F-B262-0C48C61ECCC6}" presName="parentLin" presStyleCnt="0"/>
      <dgm:spPr/>
    </dgm:pt>
    <dgm:pt modelId="{159C0421-6FE3-4FB7-9139-8B70E9BEFB6A}" type="pres">
      <dgm:prSet presAssocID="{28B96397-6327-4A7F-B262-0C48C61ECCC6}" presName="parentLeftMargin" presStyleLbl="node1" presStyleIdx="0" presStyleCnt="4"/>
      <dgm:spPr/>
    </dgm:pt>
    <dgm:pt modelId="{DEE9E8A1-030D-4EF4-91AE-D07FEC4F0A5C}" type="pres">
      <dgm:prSet presAssocID="{28B96397-6327-4A7F-B262-0C48C61ECCC6}" presName="parentText" presStyleLbl="node1" presStyleIdx="1" presStyleCnt="4">
        <dgm:presLayoutVars>
          <dgm:chMax val="0"/>
          <dgm:bulletEnabled val="1"/>
        </dgm:presLayoutVars>
      </dgm:prSet>
      <dgm:spPr/>
    </dgm:pt>
    <dgm:pt modelId="{6BD2AEC7-0542-4410-8A4A-B3A0D43B8034}" type="pres">
      <dgm:prSet presAssocID="{28B96397-6327-4A7F-B262-0C48C61ECCC6}" presName="negativeSpace" presStyleCnt="0"/>
      <dgm:spPr/>
    </dgm:pt>
    <dgm:pt modelId="{B32ACA3A-02AD-41B9-BBB4-D85C7E2051DB}" type="pres">
      <dgm:prSet presAssocID="{28B96397-6327-4A7F-B262-0C48C61ECCC6}" presName="childText" presStyleLbl="conFgAcc1" presStyleIdx="1" presStyleCnt="4">
        <dgm:presLayoutVars>
          <dgm:bulletEnabled val="1"/>
        </dgm:presLayoutVars>
      </dgm:prSet>
      <dgm:spPr/>
    </dgm:pt>
    <dgm:pt modelId="{95AD52EF-9D5A-4B48-8FEB-17F513FB53F4}" type="pres">
      <dgm:prSet presAssocID="{075CDA98-5101-4ABA-A4F8-E2871B2E3C92}" presName="spaceBetweenRectangles" presStyleCnt="0"/>
      <dgm:spPr/>
    </dgm:pt>
    <dgm:pt modelId="{54CC0639-6F7E-400B-874C-973582553FFA}" type="pres">
      <dgm:prSet presAssocID="{5D815FE1-51DF-4DA6-817E-FA687A8AAD39}" presName="parentLin" presStyleCnt="0"/>
      <dgm:spPr/>
    </dgm:pt>
    <dgm:pt modelId="{017F8892-B64D-4910-B5C6-055B3E2F6F26}" type="pres">
      <dgm:prSet presAssocID="{5D815FE1-51DF-4DA6-817E-FA687A8AAD39}" presName="parentLeftMargin" presStyleLbl="node1" presStyleIdx="1" presStyleCnt="4"/>
      <dgm:spPr/>
    </dgm:pt>
    <dgm:pt modelId="{ADE47F27-CD33-4136-BCD0-6A537C32CCA4}" type="pres">
      <dgm:prSet presAssocID="{5D815FE1-51DF-4DA6-817E-FA687A8AAD39}" presName="parentText" presStyleLbl="node1" presStyleIdx="2" presStyleCnt="4">
        <dgm:presLayoutVars>
          <dgm:chMax val="0"/>
          <dgm:bulletEnabled val="1"/>
        </dgm:presLayoutVars>
      </dgm:prSet>
      <dgm:spPr/>
    </dgm:pt>
    <dgm:pt modelId="{84787AF5-6596-4341-8250-64C35CF0718A}" type="pres">
      <dgm:prSet presAssocID="{5D815FE1-51DF-4DA6-817E-FA687A8AAD39}" presName="negativeSpace" presStyleCnt="0"/>
      <dgm:spPr/>
    </dgm:pt>
    <dgm:pt modelId="{EE903326-233D-4F3E-B671-799529BC4554}" type="pres">
      <dgm:prSet presAssocID="{5D815FE1-51DF-4DA6-817E-FA687A8AAD39}" presName="childText" presStyleLbl="conFgAcc1" presStyleIdx="2" presStyleCnt="4">
        <dgm:presLayoutVars>
          <dgm:bulletEnabled val="1"/>
        </dgm:presLayoutVars>
      </dgm:prSet>
      <dgm:spPr/>
    </dgm:pt>
    <dgm:pt modelId="{3BB760C0-5984-4C90-9A2B-15F29BB12372}" type="pres">
      <dgm:prSet presAssocID="{B2216467-704A-4B37-B474-996E90663C7A}" presName="spaceBetweenRectangles" presStyleCnt="0"/>
      <dgm:spPr/>
    </dgm:pt>
    <dgm:pt modelId="{9AEC5B49-210D-44E7-998A-1C3D706DBFCD}" type="pres">
      <dgm:prSet presAssocID="{093D9C16-D882-479C-8484-DF29A4A04076}" presName="parentLin" presStyleCnt="0"/>
      <dgm:spPr/>
    </dgm:pt>
    <dgm:pt modelId="{EE8DF9D6-F470-4E5A-B248-3A0D368A45EA}" type="pres">
      <dgm:prSet presAssocID="{093D9C16-D882-479C-8484-DF29A4A04076}" presName="parentLeftMargin" presStyleLbl="node1" presStyleIdx="2" presStyleCnt="4"/>
      <dgm:spPr/>
    </dgm:pt>
    <dgm:pt modelId="{F68B6053-AAD0-4316-9BBF-A3081B75B30E}" type="pres">
      <dgm:prSet presAssocID="{093D9C16-D882-479C-8484-DF29A4A04076}" presName="parentText" presStyleLbl="node1" presStyleIdx="3" presStyleCnt="4">
        <dgm:presLayoutVars>
          <dgm:chMax val="0"/>
          <dgm:bulletEnabled val="1"/>
        </dgm:presLayoutVars>
      </dgm:prSet>
      <dgm:spPr/>
    </dgm:pt>
    <dgm:pt modelId="{F79DA17D-C644-4257-BF4E-EE6FF1FB75CA}" type="pres">
      <dgm:prSet presAssocID="{093D9C16-D882-479C-8484-DF29A4A04076}" presName="negativeSpace" presStyleCnt="0"/>
      <dgm:spPr/>
    </dgm:pt>
    <dgm:pt modelId="{0603E9C6-E53B-493D-91E1-EA26CADD239A}" type="pres">
      <dgm:prSet presAssocID="{093D9C16-D882-479C-8484-DF29A4A04076}" presName="childText" presStyleLbl="conFgAcc1" presStyleIdx="3" presStyleCnt="4">
        <dgm:presLayoutVars>
          <dgm:bulletEnabled val="1"/>
        </dgm:presLayoutVars>
      </dgm:prSet>
      <dgm:spPr/>
    </dgm:pt>
  </dgm:ptLst>
  <dgm:cxnLst>
    <dgm:cxn modelId="{24D2D00A-EA5F-4DB4-8D15-1936FD0E09B5}" type="presOf" srcId="{093D9C16-D882-479C-8484-DF29A4A04076}" destId="{EE8DF9D6-F470-4E5A-B248-3A0D368A45EA}" srcOrd="0" destOrd="0" presId="urn:microsoft.com/office/officeart/2005/8/layout/list1"/>
    <dgm:cxn modelId="{F7E83A18-1C48-4AE2-B022-ACF4D364907D}" type="presOf" srcId="{01E0E229-2AE5-49F4-A1E8-165049C259ED}" destId="{B0246B3C-B53D-491D-BCB1-AD3FAA88C984}" srcOrd="0" destOrd="0" presId="urn:microsoft.com/office/officeart/2005/8/layout/list1"/>
    <dgm:cxn modelId="{DFD4431A-91A5-4758-B758-5E0E9EB0EF57}" srcId="{093D9C16-D882-479C-8484-DF29A4A04076}" destId="{CCEEE2ED-9AC1-451D-AF6B-C32DB704884A}" srcOrd="0" destOrd="0" parTransId="{0D0D6094-D70F-4801-AF58-D7A0D2ED8521}" sibTransId="{17DC083F-F059-474D-BFE7-068A5496417B}"/>
    <dgm:cxn modelId="{7ACE7022-A956-47AC-89BB-1C8382555086}" type="presOf" srcId="{5D815FE1-51DF-4DA6-817E-FA687A8AAD39}" destId="{017F8892-B64D-4910-B5C6-055B3E2F6F26}" srcOrd="0" destOrd="0" presId="urn:microsoft.com/office/officeart/2005/8/layout/list1"/>
    <dgm:cxn modelId="{F5E66332-1996-412A-8CFD-C3ECBBC92B04}" srcId="{5D815FE1-51DF-4DA6-817E-FA687A8AAD39}" destId="{5A32B1BA-926D-4A16-A730-0FDE928495E9}" srcOrd="0" destOrd="0" parTransId="{A8A8942D-D22C-4CA2-A54B-A4ECEE4FECF2}" sibTransId="{96EECE0F-1D2B-4D3F-86BC-D5266451FE77}"/>
    <dgm:cxn modelId="{8CC07144-90BC-43F4-ADB6-609DB3AC8A03}" type="presOf" srcId="{5A32B1BA-926D-4A16-A730-0FDE928495E9}" destId="{EE903326-233D-4F3E-B671-799529BC4554}" srcOrd="0" destOrd="0" presId="urn:microsoft.com/office/officeart/2005/8/layout/list1"/>
    <dgm:cxn modelId="{3FECDF5D-358F-48C7-B03F-49F30D2D72C6}" type="presOf" srcId="{CCEEE2ED-9AC1-451D-AF6B-C32DB704884A}" destId="{0603E9C6-E53B-493D-91E1-EA26CADD239A}" srcOrd="0" destOrd="0" presId="urn:microsoft.com/office/officeart/2005/8/layout/list1"/>
    <dgm:cxn modelId="{1C61FD8C-0BE7-4464-9FDA-C5A3E0A43FB4}" type="presOf" srcId="{093D9C16-D882-479C-8484-DF29A4A04076}" destId="{F68B6053-AAD0-4316-9BBF-A3081B75B30E}" srcOrd="1" destOrd="0" presId="urn:microsoft.com/office/officeart/2005/8/layout/list1"/>
    <dgm:cxn modelId="{53EB5990-8E2B-419E-856A-40E5392AC6CB}" srcId="{5699D737-0472-4C94-A00E-E0733B8BFF7F}" destId="{01E0E229-2AE5-49F4-A1E8-165049C259ED}" srcOrd="0" destOrd="0" parTransId="{EC4817EA-0E62-4D8A-B7AF-3168A86FBBDD}" sibTransId="{63B9859A-2AE1-4584-99A0-FCED89538949}"/>
    <dgm:cxn modelId="{845771B7-0544-4EDE-9953-56F2B25B6250}" type="presOf" srcId="{5699D737-0472-4C94-A00E-E0733B8BFF7F}" destId="{DAEFB790-07DD-43D3-AC10-6D7812B28A7B}" srcOrd="0" destOrd="0" presId="urn:microsoft.com/office/officeart/2005/8/layout/list1"/>
    <dgm:cxn modelId="{FFA529D0-1EBB-46FF-B123-BB6FDC807FBD}" srcId="{5699D737-0472-4C94-A00E-E0733B8BFF7F}" destId="{28B96397-6327-4A7F-B262-0C48C61ECCC6}" srcOrd="1" destOrd="0" parTransId="{E47E6F3F-70E8-4630-9860-FA026CDAFB21}" sibTransId="{075CDA98-5101-4ABA-A4F8-E2871B2E3C92}"/>
    <dgm:cxn modelId="{9DE38FD2-C5F3-4E81-96D6-F35F9E46A08A}" type="presOf" srcId="{28B96397-6327-4A7F-B262-0C48C61ECCC6}" destId="{159C0421-6FE3-4FB7-9139-8B70E9BEFB6A}" srcOrd="0" destOrd="0" presId="urn:microsoft.com/office/officeart/2005/8/layout/list1"/>
    <dgm:cxn modelId="{15CAD5D5-B8BA-4A7C-8970-C8AF15588CA3}" srcId="{5699D737-0472-4C94-A00E-E0733B8BFF7F}" destId="{5D815FE1-51DF-4DA6-817E-FA687A8AAD39}" srcOrd="2" destOrd="0" parTransId="{4E2BCB6B-85DC-4DBC-B476-68EBB8B06342}" sibTransId="{B2216467-704A-4B37-B474-996E90663C7A}"/>
    <dgm:cxn modelId="{27CBAED6-8307-4EEE-89E7-9822357AEA36}" type="presOf" srcId="{01E0E229-2AE5-49F4-A1E8-165049C259ED}" destId="{AE054401-EB04-4DA6-B118-674793CB8048}" srcOrd="1" destOrd="0" presId="urn:microsoft.com/office/officeart/2005/8/layout/list1"/>
    <dgm:cxn modelId="{2D3CEEDE-A7EC-4672-82B6-12CB5008D73F}" srcId="{01E0E229-2AE5-49F4-A1E8-165049C259ED}" destId="{FC449512-4D16-4012-A337-EFBB7A3AD4DE}" srcOrd="0" destOrd="0" parTransId="{FFB4F715-897A-4407-A7C6-9D7010303160}" sibTransId="{91855F96-A849-4BC0-96AD-716BB85BD350}"/>
    <dgm:cxn modelId="{28844BF2-2969-428B-B956-508AE73F3A2A}" srcId="{28B96397-6327-4A7F-B262-0C48C61ECCC6}" destId="{DB691851-DF1E-49BE-B98C-011B1A5732CD}" srcOrd="0" destOrd="0" parTransId="{ED0A7C09-FD79-4BEB-B5E8-6B405CE5E12C}" sibTransId="{2784B6E4-F6C9-4BB0-B35D-6773FF10939C}"/>
    <dgm:cxn modelId="{86C650F7-8A5D-439D-B6E9-A6ECD5AF576B}" type="presOf" srcId="{5D815FE1-51DF-4DA6-817E-FA687A8AAD39}" destId="{ADE47F27-CD33-4136-BCD0-6A537C32CCA4}" srcOrd="1" destOrd="0" presId="urn:microsoft.com/office/officeart/2005/8/layout/list1"/>
    <dgm:cxn modelId="{2E8534F8-C115-4908-ADCE-84B5FF719BC6}" srcId="{5699D737-0472-4C94-A00E-E0733B8BFF7F}" destId="{093D9C16-D882-479C-8484-DF29A4A04076}" srcOrd="3" destOrd="0" parTransId="{F7758F7C-46F1-4943-8317-8861014D1B57}" sibTransId="{BE392072-6FC9-4A65-88CF-0909EB4AC252}"/>
    <dgm:cxn modelId="{F828BCFB-73FD-4F4A-9FFD-309B3C613F03}" type="presOf" srcId="{DB691851-DF1E-49BE-B98C-011B1A5732CD}" destId="{B32ACA3A-02AD-41B9-BBB4-D85C7E2051DB}" srcOrd="0" destOrd="0" presId="urn:microsoft.com/office/officeart/2005/8/layout/list1"/>
    <dgm:cxn modelId="{ED4D19FD-0030-4CC8-8042-78E34E595937}" type="presOf" srcId="{FC449512-4D16-4012-A337-EFBB7A3AD4DE}" destId="{242061AD-50D9-4956-9BAC-844E56882FC4}" srcOrd="0" destOrd="0" presId="urn:microsoft.com/office/officeart/2005/8/layout/list1"/>
    <dgm:cxn modelId="{87F0C0FE-06F4-4C2D-AD2A-E5D2FC9DBC87}" type="presOf" srcId="{28B96397-6327-4A7F-B262-0C48C61ECCC6}" destId="{DEE9E8A1-030D-4EF4-91AE-D07FEC4F0A5C}" srcOrd="1" destOrd="0" presId="urn:microsoft.com/office/officeart/2005/8/layout/list1"/>
    <dgm:cxn modelId="{25703B3C-5149-49CF-B2C2-28EAC7D97B14}" type="presParOf" srcId="{DAEFB790-07DD-43D3-AC10-6D7812B28A7B}" destId="{2F7826D9-5A18-4AC3-9805-5D6ECFEA88EC}" srcOrd="0" destOrd="0" presId="urn:microsoft.com/office/officeart/2005/8/layout/list1"/>
    <dgm:cxn modelId="{05CA6914-7CFA-4E3E-A0B7-81080DAF881B}" type="presParOf" srcId="{2F7826D9-5A18-4AC3-9805-5D6ECFEA88EC}" destId="{B0246B3C-B53D-491D-BCB1-AD3FAA88C984}" srcOrd="0" destOrd="0" presId="urn:microsoft.com/office/officeart/2005/8/layout/list1"/>
    <dgm:cxn modelId="{3528CF85-5511-4098-A41A-8B4CB52FE8DF}" type="presParOf" srcId="{2F7826D9-5A18-4AC3-9805-5D6ECFEA88EC}" destId="{AE054401-EB04-4DA6-B118-674793CB8048}" srcOrd="1" destOrd="0" presId="urn:microsoft.com/office/officeart/2005/8/layout/list1"/>
    <dgm:cxn modelId="{3680129C-5959-4126-A09F-9ACF0995567F}" type="presParOf" srcId="{DAEFB790-07DD-43D3-AC10-6D7812B28A7B}" destId="{4EA6AEC9-6643-4CCB-BDB6-1EF0272CA3C7}" srcOrd="1" destOrd="0" presId="urn:microsoft.com/office/officeart/2005/8/layout/list1"/>
    <dgm:cxn modelId="{8D097BD2-2270-4A45-9AA4-C42B452BB54B}" type="presParOf" srcId="{DAEFB790-07DD-43D3-AC10-6D7812B28A7B}" destId="{242061AD-50D9-4956-9BAC-844E56882FC4}" srcOrd="2" destOrd="0" presId="urn:microsoft.com/office/officeart/2005/8/layout/list1"/>
    <dgm:cxn modelId="{C3D29FF6-CA8F-4843-AEB9-2161AB0C17CA}" type="presParOf" srcId="{DAEFB790-07DD-43D3-AC10-6D7812B28A7B}" destId="{FDAB9746-5B08-4C79-84C8-62F05444DF35}" srcOrd="3" destOrd="0" presId="urn:microsoft.com/office/officeart/2005/8/layout/list1"/>
    <dgm:cxn modelId="{92A0A767-7268-42C8-9C1F-CD961348421E}" type="presParOf" srcId="{DAEFB790-07DD-43D3-AC10-6D7812B28A7B}" destId="{5581CB0D-7461-4E20-8879-306CD0D2B582}" srcOrd="4" destOrd="0" presId="urn:microsoft.com/office/officeart/2005/8/layout/list1"/>
    <dgm:cxn modelId="{7B176243-D8B7-4CF2-A613-7D93F1C67A16}" type="presParOf" srcId="{5581CB0D-7461-4E20-8879-306CD0D2B582}" destId="{159C0421-6FE3-4FB7-9139-8B70E9BEFB6A}" srcOrd="0" destOrd="0" presId="urn:microsoft.com/office/officeart/2005/8/layout/list1"/>
    <dgm:cxn modelId="{358A32AB-328C-4C77-8965-B861AB80D7F5}" type="presParOf" srcId="{5581CB0D-7461-4E20-8879-306CD0D2B582}" destId="{DEE9E8A1-030D-4EF4-91AE-D07FEC4F0A5C}" srcOrd="1" destOrd="0" presId="urn:microsoft.com/office/officeart/2005/8/layout/list1"/>
    <dgm:cxn modelId="{AD265278-7E98-4D02-9AB4-2926BE93849E}" type="presParOf" srcId="{DAEFB790-07DD-43D3-AC10-6D7812B28A7B}" destId="{6BD2AEC7-0542-4410-8A4A-B3A0D43B8034}" srcOrd="5" destOrd="0" presId="urn:microsoft.com/office/officeart/2005/8/layout/list1"/>
    <dgm:cxn modelId="{EBFBC4E3-4C9E-4A27-BBA6-42FD619A54AA}" type="presParOf" srcId="{DAEFB790-07DD-43D3-AC10-6D7812B28A7B}" destId="{B32ACA3A-02AD-41B9-BBB4-D85C7E2051DB}" srcOrd="6" destOrd="0" presId="urn:microsoft.com/office/officeart/2005/8/layout/list1"/>
    <dgm:cxn modelId="{50D7EF99-0528-4B3E-A346-C3DFFA61777E}" type="presParOf" srcId="{DAEFB790-07DD-43D3-AC10-6D7812B28A7B}" destId="{95AD52EF-9D5A-4B48-8FEB-17F513FB53F4}" srcOrd="7" destOrd="0" presId="urn:microsoft.com/office/officeart/2005/8/layout/list1"/>
    <dgm:cxn modelId="{0B40B1A2-31DE-4B4D-A4EB-23DE77256EF2}" type="presParOf" srcId="{DAEFB790-07DD-43D3-AC10-6D7812B28A7B}" destId="{54CC0639-6F7E-400B-874C-973582553FFA}" srcOrd="8" destOrd="0" presId="urn:microsoft.com/office/officeart/2005/8/layout/list1"/>
    <dgm:cxn modelId="{525DD83D-DFD8-4764-929D-C89B34A0EE02}" type="presParOf" srcId="{54CC0639-6F7E-400B-874C-973582553FFA}" destId="{017F8892-B64D-4910-B5C6-055B3E2F6F26}" srcOrd="0" destOrd="0" presId="urn:microsoft.com/office/officeart/2005/8/layout/list1"/>
    <dgm:cxn modelId="{9BEB227E-9894-4686-ADD9-769BBADC6ED7}" type="presParOf" srcId="{54CC0639-6F7E-400B-874C-973582553FFA}" destId="{ADE47F27-CD33-4136-BCD0-6A537C32CCA4}" srcOrd="1" destOrd="0" presId="urn:microsoft.com/office/officeart/2005/8/layout/list1"/>
    <dgm:cxn modelId="{5938C391-4580-4FBB-BFD9-7547624E8BB8}" type="presParOf" srcId="{DAEFB790-07DD-43D3-AC10-6D7812B28A7B}" destId="{84787AF5-6596-4341-8250-64C35CF0718A}" srcOrd="9" destOrd="0" presId="urn:microsoft.com/office/officeart/2005/8/layout/list1"/>
    <dgm:cxn modelId="{6D69BF9C-7166-4A9F-9B2B-5F64BADF46AF}" type="presParOf" srcId="{DAEFB790-07DD-43D3-AC10-6D7812B28A7B}" destId="{EE903326-233D-4F3E-B671-799529BC4554}" srcOrd="10" destOrd="0" presId="urn:microsoft.com/office/officeart/2005/8/layout/list1"/>
    <dgm:cxn modelId="{BCB8EDCD-C57C-4DBC-8FBB-31770BFC5B27}" type="presParOf" srcId="{DAEFB790-07DD-43D3-AC10-6D7812B28A7B}" destId="{3BB760C0-5984-4C90-9A2B-15F29BB12372}" srcOrd="11" destOrd="0" presId="urn:microsoft.com/office/officeart/2005/8/layout/list1"/>
    <dgm:cxn modelId="{DFF9186B-80BF-40F3-A636-7A0A60D4594D}" type="presParOf" srcId="{DAEFB790-07DD-43D3-AC10-6D7812B28A7B}" destId="{9AEC5B49-210D-44E7-998A-1C3D706DBFCD}" srcOrd="12" destOrd="0" presId="urn:microsoft.com/office/officeart/2005/8/layout/list1"/>
    <dgm:cxn modelId="{F4283D71-CA99-4EBF-8D2A-1FA58DC94740}" type="presParOf" srcId="{9AEC5B49-210D-44E7-998A-1C3D706DBFCD}" destId="{EE8DF9D6-F470-4E5A-B248-3A0D368A45EA}" srcOrd="0" destOrd="0" presId="urn:microsoft.com/office/officeart/2005/8/layout/list1"/>
    <dgm:cxn modelId="{ECB459D7-5BE1-4939-9731-5A24BD05420A}" type="presParOf" srcId="{9AEC5B49-210D-44E7-998A-1C3D706DBFCD}" destId="{F68B6053-AAD0-4316-9BBF-A3081B75B30E}" srcOrd="1" destOrd="0" presId="urn:microsoft.com/office/officeart/2005/8/layout/list1"/>
    <dgm:cxn modelId="{15C3BE05-DF24-4D93-8D71-2E9D4BA89A90}" type="presParOf" srcId="{DAEFB790-07DD-43D3-AC10-6D7812B28A7B}" destId="{F79DA17D-C644-4257-BF4E-EE6FF1FB75CA}" srcOrd="13" destOrd="0" presId="urn:microsoft.com/office/officeart/2005/8/layout/list1"/>
    <dgm:cxn modelId="{12DF20CA-001F-45D8-98E0-D5C98FFC84DC}" type="presParOf" srcId="{DAEFB790-07DD-43D3-AC10-6D7812B28A7B}" destId="{0603E9C6-E53B-493D-91E1-EA26CADD239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087493-90B6-4111-814D-F18AF955BCCA}"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AU"/>
        </a:p>
      </dgm:t>
    </dgm:pt>
    <dgm:pt modelId="{EE141AA7-DE74-4711-A141-54CB5BC3C4DB}">
      <dgm:prSet phldrT="[Text]"/>
      <dgm:spPr/>
      <dgm:t>
        <a:bodyPr/>
        <a:lstStyle/>
        <a:p>
          <a:r>
            <a:rPr lang="en-AU"/>
            <a:t>Create</a:t>
          </a:r>
          <a:endParaRPr lang="en-AU" dirty="0"/>
        </a:p>
      </dgm:t>
    </dgm:pt>
    <dgm:pt modelId="{5029FCB5-7F66-4656-81DB-A8234732D77D}" type="parTrans" cxnId="{88E928C0-62E6-462A-A401-E80E0678B05B}">
      <dgm:prSet/>
      <dgm:spPr/>
      <dgm:t>
        <a:bodyPr/>
        <a:lstStyle/>
        <a:p>
          <a:endParaRPr lang="en-AU"/>
        </a:p>
      </dgm:t>
    </dgm:pt>
    <dgm:pt modelId="{F173DE58-7CF2-4461-928A-FF3AA5D33BF4}" type="sibTrans" cxnId="{88E928C0-62E6-462A-A401-E80E0678B05B}">
      <dgm:prSet/>
      <dgm:spPr/>
      <dgm:t>
        <a:bodyPr/>
        <a:lstStyle/>
        <a:p>
          <a:endParaRPr lang="en-AU"/>
        </a:p>
      </dgm:t>
    </dgm:pt>
    <dgm:pt modelId="{D8DC402F-EB5D-4AF8-844D-BA44F2A739B6}">
      <dgm:prSet phldrT="[Text]"/>
      <dgm:spPr/>
      <dgm:t>
        <a:bodyPr/>
        <a:lstStyle/>
        <a:p>
          <a:r>
            <a:rPr lang="en-AU" dirty="0"/>
            <a:t>Update</a:t>
          </a:r>
        </a:p>
      </dgm:t>
    </dgm:pt>
    <dgm:pt modelId="{A727D24C-B438-4DA5-9DC8-86A93B24E7D3}" type="parTrans" cxnId="{6C64D08B-B8AE-4BFB-924E-039929C6DE44}">
      <dgm:prSet/>
      <dgm:spPr/>
      <dgm:t>
        <a:bodyPr/>
        <a:lstStyle/>
        <a:p>
          <a:endParaRPr lang="en-AU"/>
        </a:p>
      </dgm:t>
    </dgm:pt>
    <dgm:pt modelId="{F196D8BE-36B2-4404-91E0-D144EEF13244}" type="sibTrans" cxnId="{6C64D08B-B8AE-4BFB-924E-039929C6DE44}">
      <dgm:prSet/>
      <dgm:spPr/>
      <dgm:t>
        <a:bodyPr/>
        <a:lstStyle/>
        <a:p>
          <a:endParaRPr lang="en-AU"/>
        </a:p>
      </dgm:t>
    </dgm:pt>
    <dgm:pt modelId="{BF9A9CD8-02E8-4DFE-8907-8050BB345D31}">
      <dgm:prSet phldrT="[Text]"/>
      <dgm:spPr/>
      <dgm:t>
        <a:bodyPr/>
        <a:lstStyle/>
        <a:p>
          <a:r>
            <a:rPr lang="en-AU" dirty="0"/>
            <a:t>Delete</a:t>
          </a:r>
        </a:p>
      </dgm:t>
    </dgm:pt>
    <dgm:pt modelId="{6070CE40-2C6F-466A-A1A3-C01D0F095FA0}" type="parTrans" cxnId="{3DFA59F9-F2C2-487C-8324-7CC365716DD6}">
      <dgm:prSet/>
      <dgm:spPr/>
      <dgm:t>
        <a:bodyPr/>
        <a:lstStyle/>
        <a:p>
          <a:endParaRPr lang="en-AU"/>
        </a:p>
      </dgm:t>
    </dgm:pt>
    <dgm:pt modelId="{898ECEE5-C1AD-4DF4-9E63-44C3DED1A18D}" type="sibTrans" cxnId="{3DFA59F9-F2C2-487C-8324-7CC365716DD6}">
      <dgm:prSet/>
      <dgm:spPr/>
      <dgm:t>
        <a:bodyPr/>
        <a:lstStyle/>
        <a:p>
          <a:endParaRPr lang="en-AU"/>
        </a:p>
      </dgm:t>
    </dgm:pt>
    <dgm:pt modelId="{AFA0DF40-936D-4116-8071-489F48999F75}">
      <dgm:prSet phldrT="[Text]"/>
      <dgm:spPr/>
      <dgm:t>
        <a:bodyPr/>
        <a:lstStyle/>
        <a:p>
          <a:r>
            <a:rPr lang="en-AU" dirty="0"/>
            <a:t>Read</a:t>
          </a:r>
        </a:p>
      </dgm:t>
    </dgm:pt>
    <dgm:pt modelId="{100FA1E6-9EB6-45DA-A667-1C75FDDE1EC0}" type="parTrans" cxnId="{0BBA3DB8-2B97-4525-A311-7AB45F688FBC}">
      <dgm:prSet/>
      <dgm:spPr/>
      <dgm:t>
        <a:bodyPr/>
        <a:lstStyle/>
        <a:p>
          <a:endParaRPr lang="en-AU"/>
        </a:p>
      </dgm:t>
    </dgm:pt>
    <dgm:pt modelId="{ED384DD3-83DA-4BEF-8D87-043457141B0F}" type="sibTrans" cxnId="{0BBA3DB8-2B97-4525-A311-7AB45F688FBC}">
      <dgm:prSet/>
      <dgm:spPr/>
      <dgm:t>
        <a:bodyPr/>
        <a:lstStyle/>
        <a:p>
          <a:endParaRPr lang="en-AU"/>
        </a:p>
      </dgm:t>
    </dgm:pt>
    <dgm:pt modelId="{6E8D96EA-2588-2045-9C05-383191DCCE8E}" type="pres">
      <dgm:prSet presAssocID="{F3087493-90B6-4111-814D-F18AF955BCCA}" presName="linear" presStyleCnt="0">
        <dgm:presLayoutVars>
          <dgm:animLvl val="lvl"/>
          <dgm:resizeHandles val="exact"/>
        </dgm:presLayoutVars>
      </dgm:prSet>
      <dgm:spPr/>
    </dgm:pt>
    <dgm:pt modelId="{9CC6B2BC-8CC8-464C-AFA5-7029C8A300B0}" type="pres">
      <dgm:prSet presAssocID="{EE141AA7-DE74-4711-A141-54CB5BC3C4DB}" presName="parentText" presStyleLbl="node1" presStyleIdx="0" presStyleCnt="4">
        <dgm:presLayoutVars>
          <dgm:chMax val="0"/>
          <dgm:bulletEnabled val="1"/>
        </dgm:presLayoutVars>
      </dgm:prSet>
      <dgm:spPr/>
    </dgm:pt>
    <dgm:pt modelId="{FDDE5A0C-0D35-F344-B3C9-17EECAB187B2}" type="pres">
      <dgm:prSet presAssocID="{F173DE58-7CF2-4461-928A-FF3AA5D33BF4}" presName="spacer" presStyleCnt="0"/>
      <dgm:spPr/>
    </dgm:pt>
    <dgm:pt modelId="{8F11E83E-C7CC-4B45-B186-0C9BBBE495CE}" type="pres">
      <dgm:prSet presAssocID="{AFA0DF40-936D-4116-8071-489F48999F75}" presName="parentText" presStyleLbl="node1" presStyleIdx="1" presStyleCnt="4">
        <dgm:presLayoutVars>
          <dgm:chMax val="0"/>
          <dgm:bulletEnabled val="1"/>
        </dgm:presLayoutVars>
      </dgm:prSet>
      <dgm:spPr/>
    </dgm:pt>
    <dgm:pt modelId="{98EF3F0C-1CB9-BA40-B1D9-ABC8DADCA818}" type="pres">
      <dgm:prSet presAssocID="{ED384DD3-83DA-4BEF-8D87-043457141B0F}" presName="spacer" presStyleCnt="0"/>
      <dgm:spPr/>
    </dgm:pt>
    <dgm:pt modelId="{0B51FA62-35DE-E04C-B061-DE39F0EE95A3}" type="pres">
      <dgm:prSet presAssocID="{D8DC402F-EB5D-4AF8-844D-BA44F2A739B6}" presName="parentText" presStyleLbl="node1" presStyleIdx="2" presStyleCnt="4">
        <dgm:presLayoutVars>
          <dgm:chMax val="0"/>
          <dgm:bulletEnabled val="1"/>
        </dgm:presLayoutVars>
      </dgm:prSet>
      <dgm:spPr/>
    </dgm:pt>
    <dgm:pt modelId="{4341AEAB-F3CD-4F42-A1EB-46DC42FA7132}" type="pres">
      <dgm:prSet presAssocID="{F196D8BE-36B2-4404-91E0-D144EEF13244}" presName="spacer" presStyleCnt="0"/>
      <dgm:spPr/>
    </dgm:pt>
    <dgm:pt modelId="{ABF4AFB7-144F-C044-895B-ABF49BC7DA27}" type="pres">
      <dgm:prSet presAssocID="{BF9A9CD8-02E8-4DFE-8907-8050BB345D31}" presName="parentText" presStyleLbl="node1" presStyleIdx="3" presStyleCnt="4">
        <dgm:presLayoutVars>
          <dgm:chMax val="0"/>
          <dgm:bulletEnabled val="1"/>
        </dgm:presLayoutVars>
      </dgm:prSet>
      <dgm:spPr/>
    </dgm:pt>
  </dgm:ptLst>
  <dgm:cxnLst>
    <dgm:cxn modelId="{4E4E7409-A021-AD4A-8D35-7FA736E272ED}" type="presOf" srcId="{AFA0DF40-936D-4116-8071-489F48999F75}" destId="{8F11E83E-C7CC-4B45-B186-0C9BBBE495CE}" srcOrd="0" destOrd="0" presId="urn:microsoft.com/office/officeart/2005/8/layout/vList2"/>
    <dgm:cxn modelId="{0DA02C0C-D4E1-9944-8325-B4BE7C439108}" type="presOf" srcId="{F3087493-90B6-4111-814D-F18AF955BCCA}" destId="{6E8D96EA-2588-2045-9C05-383191DCCE8E}" srcOrd="0" destOrd="0" presId="urn:microsoft.com/office/officeart/2005/8/layout/vList2"/>
    <dgm:cxn modelId="{4FCAA520-B46B-664C-B52A-D6841F0E10DE}" type="presOf" srcId="{D8DC402F-EB5D-4AF8-844D-BA44F2A739B6}" destId="{0B51FA62-35DE-E04C-B061-DE39F0EE95A3}" srcOrd="0" destOrd="0" presId="urn:microsoft.com/office/officeart/2005/8/layout/vList2"/>
    <dgm:cxn modelId="{F25CAD38-0778-854D-8367-55FBB90EE91D}" type="presOf" srcId="{EE141AA7-DE74-4711-A141-54CB5BC3C4DB}" destId="{9CC6B2BC-8CC8-464C-AFA5-7029C8A300B0}" srcOrd="0" destOrd="0" presId="urn:microsoft.com/office/officeart/2005/8/layout/vList2"/>
    <dgm:cxn modelId="{6C64D08B-B8AE-4BFB-924E-039929C6DE44}" srcId="{F3087493-90B6-4111-814D-F18AF955BCCA}" destId="{D8DC402F-EB5D-4AF8-844D-BA44F2A739B6}" srcOrd="2" destOrd="0" parTransId="{A727D24C-B438-4DA5-9DC8-86A93B24E7D3}" sibTransId="{F196D8BE-36B2-4404-91E0-D144EEF13244}"/>
    <dgm:cxn modelId="{0BBA3DB8-2B97-4525-A311-7AB45F688FBC}" srcId="{F3087493-90B6-4111-814D-F18AF955BCCA}" destId="{AFA0DF40-936D-4116-8071-489F48999F75}" srcOrd="1" destOrd="0" parTransId="{100FA1E6-9EB6-45DA-A667-1C75FDDE1EC0}" sibTransId="{ED384DD3-83DA-4BEF-8D87-043457141B0F}"/>
    <dgm:cxn modelId="{88E928C0-62E6-462A-A401-E80E0678B05B}" srcId="{F3087493-90B6-4111-814D-F18AF955BCCA}" destId="{EE141AA7-DE74-4711-A141-54CB5BC3C4DB}" srcOrd="0" destOrd="0" parTransId="{5029FCB5-7F66-4656-81DB-A8234732D77D}" sibTransId="{F173DE58-7CF2-4461-928A-FF3AA5D33BF4}"/>
    <dgm:cxn modelId="{F50CB2E9-EDA4-B540-B094-793317F9ABC7}" type="presOf" srcId="{BF9A9CD8-02E8-4DFE-8907-8050BB345D31}" destId="{ABF4AFB7-144F-C044-895B-ABF49BC7DA27}" srcOrd="0" destOrd="0" presId="urn:microsoft.com/office/officeart/2005/8/layout/vList2"/>
    <dgm:cxn modelId="{3DFA59F9-F2C2-487C-8324-7CC365716DD6}" srcId="{F3087493-90B6-4111-814D-F18AF955BCCA}" destId="{BF9A9CD8-02E8-4DFE-8907-8050BB345D31}" srcOrd="3" destOrd="0" parTransId="{6070CE40-2C6F-466A-A1A3-C01D0F095FA0}" sibTransId="{898ECEE5-C1AD-4DF4-9E63-44C3DED1A18D}"/>
    <dgm:cxn modelId="{C93A984C-D812-0B4C-B6D1-37A06240D4EF}" type="presParOf" srcId="{6E8D96EA-2588-2045-9C05-383191DCCE8E}" destId="{9CC6B2BC-8CC8-464C-AFA5-7029C8A300B0}" srcOrd="0" destOrd="0" presId="urn:microsoft.com/office/officeart/2005/8/layout/vList2"/>
    <dgm:cxn modelId="{AD40F690-FAC8-AB4E-B109-0EA8F617D098}" type="presParOf" srcId="{6E8D96EA-2588-2045-9C05-383191DCCE8E}" destId="{FDDE5A0C-0D35-F344-B3C9-17EECAB187B2}" srcOrd="1" destOrd="0" presId="urn:microsoft.com/office/officeart/2005/8/layout/vList2"/>
    <dgm:cxn modelId="{1044A84F-5DE4-C345-9910-9CBF5A77BB61}" type="presParOf" srcId="{6E8D96EA-2588-2045-9C05-383191DCCE8E}" destId="{8F11E83E-C7CC-4B45-B186-0C9BBBE495CE}" srcOrd="2" destOrd="0" presId="urn:microsoft.com/office/officeart/2005/8/layout/vList2"/>
    <dgm:cxn modelId="{BC65B38B-ABD3-D545-B070-D124561FF9D1}" type="presParOf" srcId="{6E8D96EA-2588-2045-9C05-383191DCCE8E}" destId="{98EF3F0C-1CB9-BA40-B1D9-ABC8DADCA818}" srcOrd="3" destOrd="0" presId="urn:microsoft.com/office/officeart/2005/8/layout/vList2"/>
    <dgm:cxn modelId="{29BB9DAC-CC50-AD46-9604-CD4CDBB2E334}" type="presParOf" srcId="{6E8D96EA-2588-2045-9C05-383191DCCE8E}" destId="{0B51FA62-35DE-E04C-B061-DE39F0EE95A3}" srcOrd="4" destOrd="0" presId="urn:microsoft.com/office/officeart/2005/8/layout/vList2"/>
    <dgm:cxn modelId="{E1891923-874C-0442-97C1-8C8F3EA6B32B}" type="presParOf" srcId="{6E8D96EA-2588-2045-9C05-383191DCCE8E}" destId="{4341AEAB-F3CD-4F42-A1EB-46DC42FA7132}" srcOrd="5" destOrd="0" presId="urn:microsoft.com/office/officeart/2005/8/layout/vList2"/>
    <dgm:cxn modelId="{7852E60B-5D3F-5E41-96FA-5095332F1EF4}" type="presParOf" srcId="{6E8D96EA-2588-2045-9C05-383191DCCE8E}" destId="{ABF4AFB7-144F-C044-895B-ABF49BC7DA2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5C958FB-4A5A-4416-AD17-F7AF8EC3704B}" type="doc">
      <dgm:prSet loTypeId="urn:microsoft.com/office/officeart/2005/8/layout/list1" loCatId="list" qsTypeId="urn:microsoft.com/office/officeart/2005/8/quickstyle/simple1" qsCatId="simple" csTypeId="urn:microsoft.com/office/officeart/2005/8/colors/accent3_2" csCatId="accent3" phldr="1"/>
      <dgm:spPr/>
      <dgm:t>
        <a:bodyPr/>
        <a:lstStyle/>
        <a:p>
          <a:endParaRPr lang="en-AU"/>
        </a:p>
      </dgm:t>
    </dgm:pt>
    <dgm:pt modelId="{0206E2EA-F984-49A8-8974-BA60FA21F5A6}">
      <dgm:prSet phldrT="[Text]"/>
      <dgm:spPr/>
      <dgm:t>
        <a:bodyPr/>
        <a:lstStyle/>
        <a:p>
          <a:r>
            <a:rPr lang="en-AU" dirty="0"/>
            <a:t>Functionality</a:t>
          </a:r>
        </a:p>
      </dgm:t>
    </dgm:pt>
    <dgm:pt modelId="{681B0C7B-C4D1-4A19-A90B-8291700C15B2}" type="parTrans" cxnId="{211B0536-CF1C-46D1-8E29-67CA244F167F}">
      <dgm:prSet/>
      <dgm:spPr/>
      <dgm:t>
        <a:bodyPr/>
        <a:lstStyle/>
        <a:p>
          <a:endParaRPr lang="en-AU"/>
        </a:p>
      </dgm:t>
    </dgm:pt>
    <dgm:pt modelId="{B0DA88B2-68B5-4156-8AE6-E5C58D3AE249}" type="sibTrans" cxnId="{211B0536-CF1C-46D1-8E29-67CA244F167F}">
      <dgm:prSet/>
      <dgm:spPr/>
      <dgm:t>
        <a:bodyPr/>
        <a:lstStyle/>
        <a:p>
          <a:endParaRPr lang="en-AU"/>
        </a:p>
      </dgm:t>
    </dgm:pt>
    <dgm:pt modelId="{8386E214-C533-49AC-B5BE-A923AE845ABA}">
      <dgm:prSet phldrT="[Text]"/>
      <dgm:spPr/>
      <dgm:t>
        <a:bodyPr/>
        <a:lstStyle/>
        <a:p>
          <a:r>
            <a:rPr lang="en-AU" dirty="0"/>
            <a:t>Usability</a:t>
          </a:r>
        </a:p>
      </dgm:t>
    </dgm:pt>
    <dgm:pt modelId="{7063EC65-B3E2-4136-94AD-C2F04EB5A7DE}" type="parTrans" cxnId="{3A4E0C86-A523-40F9-BC78-41F71980A425}">
      <dgm:prSet/>
      <dgm:spPr/>
      <dgm:t>
        <a:bodyPr/>
        <a:lstStyle/>
        <a:p>
          <a:endParaRPr lang="en-AU"/>
        </a:p>
      </dgm:t>
    </dgm:pt>
    <dgm:pt modelId="{75DEB7FE-01B5-4393-9B9B-38440F0E03D7}" type="sibTrans" cxnId="{3A4E0C86-A523-40F9-BC78-41F71980A425}">
      <dgm:prSet/>
      <dgm:spPr/>
      <dgm:t>
        <a:bodyPr/>
        <a:lstStyle/>
        <a:p>
          <a:endParaRPr lang="en-AU"/>
        </a:p>
      </dgm:t>
    </dgm:pt>
    <dgm:pt modelId="{75567FD8-75D5-437E-945A-E8EBE201DFB3}">
      <dgm:prSet phldrT="[Text]"/>
      <dgm:spPr/>
      <dgm:t>
        <a:bodyPr/>
        <a:lstStyle/>
        <a:p>
          <a:r>
            <a:rPr lang="en-AU" dirty="0"/>
            <a:t>Reliability</a:t>
          </a:r>
        </a:p>
      </dgm:t>
    </dgm:pt>
    <dgm:pt modelId="{9FA7BEA4-6C76-408F-B94C-637B555B767C}" type="parTrans" cxnId="{61F9BF82-B221-4473-9B8F-F38F740A687B}">
      <dgm:prSet/>
      <dgm:spPr/>
      <dgm:t>
        <a:bodyPr/>
        <a:lstStyle/>
        <a:p>
          <a:endParaRPr lang="en-AU"/>
        </a:p>
      </dgm:t>
    </dgm:pt>
    <dgm:pt modelId="{11285B0D-397B-4862-B131-A0B00CE7BA5C}" type="sibTrans" cxnId="{61F9BF82-B221-4473-9B8F-F38F740A687B}">
      <dgm:prSet/>
      <dgm:spPr/>
      <dgm:t>
        <a:bodyPr/>
        <a:lstStyle/>
        <a:p>
          <a:endParaRPr lang="en-AU"/>
        </a:p>
      </dgm:t>
    </dgm:pt>
    <dgm:pt modelId="{7776D1AD-28ED-4061-A17B-7B1F7B7DD273}">
      <dgm:prSet phldrT="[Text]"/>
      <dgm:spPr/>
      <dgm:t>
        <a:bodyPr/>
        <a:lstStyle/>
        <a:p>
          <a:r>
            <a:rPr lang="en-AU" dirty="0"/>
            <a:t>Performance</a:t>
          </a:r>
        </a:p>
      </dgm:t>
    </dgm:pt>
    <dgm:pt modelId="{CCBCE860-9A90-4354-AFD6-26CBBDA8981D}" type="parTrans" cxnId="{C163F0E8-00A8-4E57-A76A-5BCF23B23573}">
      <dgm:prSet/>
      <dgm:spPr/>
      <dgm:t>
        <a:bodyPr/>
        <a:lstStyle/>
        <a:p>
          <a:endParaRPr lang="en-AU"/>
        </a:p>
      </dgm:t>
    </dgm:pt>
    <dgm:pt modelId="{25B55B08-376E-451B-BCF3-E1F505E18A72}" type="sibTrans" cxnId="{C163F0E8-00A8-4E57-A76A-5BCF23B23573}">
      <dgm:prSet/>
      <dgm:spPr/>
      <dgm:t>
        <a:bodyPr/>
        <a:lstStyle/>
        <a:p>
          <a:endParaRPr lang="en-AU"/>
        </a:p>
      </dgm:t>
    </dgm:pt>
    <dgm:pt modelId="{16B5841D-CADE-441E-B060-2B5F4277E932}">
      <dgm:prSet phldrT="[Text]"/>
      <dgm:spPr/>
      <dgm:t>
        <a:bodyPr/>
        <a:lstStyle/>
        <a:p>
          <a:r>
            <a:rPr lang="en-AU" dirty="0"/>
            <a:t>Security</a:t>
          </a:r>
        </a:p>
      </dgm:t>
    </dgm:pt>
    <dgm:pt modelId="{FF8EB935-70A8-46B0-BB0B-ECFDD6742BE8}" type="parTrans" cxnId="{10FA5150-75AB-4E0C-9875-D88756799607}">
      <dgm:prSet/>
      <dgm:spPr/>
      <dgm:t>
        <a:bodyPr/>
        <a:lstStyle/>
        <a:p>
          <a:endParaRPr lang="en-AU"/>
        </a:p>
      </dgm:t>
    </dgm:pt>
    <dgm:pt modelId="{1602E50F-C61B-4A02-A3B0-E488D9475802}" type="sibTrans" cxnId="{10FA5150-75AB-4E0C-9875-D88756799607}">
      <dgm:prSet/>
      <dgm:spPr/>
      <dgm:t>
        <a:bodyPr/>
        <a:lstStyle/>
        <a:p>
          <a:endParaRPr lang="en-AU"/>
        </a:p>
      </dgm:t>
    </dgm:pt>
    <dgm:pt modelId="{495163D4-81DF-44D6-BFF0-A9E8F5853453}">
      <dgm:prSet phldrT="[Text]"/>
      <dgm:spPr/>
      <dgm:t>
        <a:bodyPr/>
        <a:lstStyle/>
        <a:p>
          <a:r>
            <a:rPr lang="en-AU" dirty="0"/>
            <a:t>+</a:t>
          </a:r>
        </a:p>
      </dgm:t>
    </dgm:pt>
    <dgm:pt modelId="{5043395C-2D8D-457E-99A9-A21CD6D887D0}" type="parTrans" cxnId="{FF709CAB-5A19-4009-9CD5-D4DD8ED41B29}">
      <dgm:prSet/>
      <dgm:spPr/>
      <dgm:t>
        <a:bodyPr/>
        <a:lstStyle/>
        <a:p>
          <a:endParaRPr lang="en-AU"/>
        </a:p>
      </dgm:t>
    </dgm:pt>
    <dgm:pt modelId="{7B77CA91-B4BB-4374-869A-8BB10D325FFB}" type="sibTrans" cxnId="{FF709CAB-5A19-4009-9CD5-D4DD8ED41B29}">
      <dgm:prSet/>
      <dgm:spPr/>
      <dgm:t>
        <a:bodyPr/>
        <a:lstStyle/>
        <a:p>
          <a:endParaRPr lang="en-AU"/>
        </a:p>
      </dgm:t>
    </dgm:pt>
    <dgm:pt modelId="{DDB0D3FB-D416-4586-8772-CAEECDA34F03}">
      <dgm:prSet phldrT="[Text]"/>
      <dgm:spPr/>
      <dgm:t>
        <a:bodyPr/>
        <a:lstStyle/>
        <a:p>
          <a:r>
            <a:rPr lang="en-AU" dirty="0"/>
            <a:t>Constrains, standards, physical, other systems, etc.</a:t>
          </a:r>
        </a:p>
      </dgm:t>
    </dgm:pt>
    <dgm:pt modelId="{6EBA3EDB-E013-4435-83C1-48A781793748}" type="parTrans" cxnId="{403210E2-201B-41A1-9093-C4E95D925BDE}">
      <dgm:prSet/>
      <dgm:spPr/>
      <dgm:t>
        <a:bodyPr/>
        <a:lstStyle/>
        <a:p>
          <a:endParaRPr lang="en-AU"/>
        </a:p>
      </dgm:t>
    </dgm:pt>
    <dgm:pt modelId="{FA52C577-56AC-4565-ADC2-E1B560C2ECC1}" type="sibTrans" cxnId="{403210E2-201B-41A1-9093-C4E95D925BDE}">
      <dgm:prSet/>
      <dgm:spPr/>
      <dgm:t>
        <a:bodyPr/>
        <a:lstStyle/>
        <a:p>
          <a:endParaRPr lang="en-AU"/>
        </a:p>
      </dgm:t>
    </dgm:pt>
    <dgm:pt modelId="{1EE42936-EDE1-4A9C-891B-4151D856AB0F}" type="pres">
      <dgm:prSet presAssocID="{15C958FB-4A5A-4416-AD17-F7AF8EC3704B}" presName="linear" presStyleCnt="0">
        <dgm:presLayoutVars>
          <dgm:dir/>
          <dgm:animLvl val="lvl"/>
          <dgm:resizeHandles val="exact"/>
        </dgm:presLayoutVars>
      </dgm:prSet>
      <dgm:spPr/>
    </dgm:pt>
    <dgm:pt modelId="{87F7D3A5-60C0-49D9-9EBB-A8D7082E5B83}" type="pres">
      <dgm:prSet presAssocID="{0206E2EA-F984-49A8-8974-BA60FA21F5A6}" presName="parentLin" presStyleCnt="0"/>
      <dgm:spPr/>
    </dgm:pt>
    <dgm:pt modelId="{A5A76090-44A7-47CA-9B5B-B0992E9B00E8}" type="pres">
      <dgm:prSet presAssocID="{0206E2EA-F984-49A8-8974-BA60FA21F5A6}" presName="parentLeftMargin" presStyleLbl="node1" presStyleIdx="0" presStyleCnt="6"/>
      <dgm:spPr/>
    </dgm:pt>
    <dgm:pt modelId="{97CE82F7-D681-4BAE-8C1B-9D27F957E07F}" type="pres">
      <dgm:prSet presAssocID="{0206E2EA-F984-49A8-8974-BA60FA21F5A6}" presName="parentText" presStyleLbl="node1" presStyleIdx="0" presStyleCnt="6">
        <dgm:presLayoutVars>
          <dgm:chMax val="0"/>
          <dgm:bulletEnabled val="1"/>
        </dgm:presLayoutVars>
      </dgm:prSet>
      <dgm:spPr/>
    </dgm:pt>
    <dgm:pt modelId="{52B43A99-80F6-4897-8F61-048BA816C9F1}" type="pres">
      <dgm:prSet presAssocID="{0206E2EA-F984-49A8-8974-BA60FA21F5A6}" presName="negativeSpace" presStyleCnt="0"/>
      <dgm:spPr/>
    </dgm:pt>
    <dgm:pt modelId="{DE3A12A0-0101-4D26-BA84-C9B0F8EF5C18}" type="pres">
      <dgm:prSet presAssocID="{0206E2EA-F984-49A8-8974-BA60FA21F5A6}" presName="childText" presStyleLbl="conFgAcc1" presStyleIdx="0" presStyleCnt="6">
        <dgm:presLayoutVars>
          <dgm:bulletEnabled val="1"/>
        </dgm:presLayoutVars>
      </dgm:prSet>
      <dgm:spPr/>
    </dgm:pt>
    <dgm:pt modelId="{808272B2-432A-410D-82EA-53BD9BFEBD88}" type="pres">
      <dgm:prSet presAssocID="{B0DA88B2-68B5-4156-8AE6-E5C58D3AE249}" presName="spaceBetweenRectangles" presStyleCnt="0"/>
      <dgm:spPr/>
    </dgm:pt>
    <dgm:pt modelId="{F93E87BE-DFC4-4274-8331-932113A95433}" type="pres">
      <dgm:prSet presAssocID="{8386E214-C533-49AC-B5BE-A923AE845ABA}" presName="parentLin" presStyleCnt="0"/>
      <dgm:spPr/>
    </dgm:pt>
    <dgm:pt modelId="{E6E1F25F-8F61-45D1-9DAA-3FE98270420A}" type="pres">
      <dgm:prSet presAssocID="{8386E214-C533-49AC-B5BE-A923AE845ABA}" presName="parentLeftMargin" presStyleLbl="node1" presStyleIdx="0" presStyleCnt="6"/>
      <dgm:spPr/>
    </dgm:pt>
    <dgm:pt modelId="{C5CD017D-6C94-4FD9-B300-A152983C928C}" type="pres">
      <dgm:prSet presAssocID="{8386E214-C533-49AC-B5BE-A923AE845ABA}" presName="parentText" presStyleLbl="node1" presStyleIdx="1" presStyleCnt="6">
        <dgm:presLayoutVars>
          <dgm:chMax val="0"/>
          <dgm:bulletEnabled val="1"/>
        </dgm:presLayoutVars>
      </dgm:prSet>
      <dgm:spPr/>
    </dgm:pt>
    <dgm:pt modelId="{B0BF24C9-66AE-4CBA-9D52-AD8E11DC92F1}" type="pres">
      <dgm:prSet presAssocID="{8386E214-C533-49AC-B5BE-A923AE845ABA}" presName="negativeSpace" presStyleCnt="0"/>
      <dgm:spPr/>
    </dgm:pt>
    <dgm:pt modelId="{0F977DC4-516E-4EAA-8C88-5B840E63317B}" type="pres">
      <dgm:prSet presAssocID="{8386E214-C533-49AC-B5BE-A923AE845ABA}" presName="childText" presStyleLbl="conFgAcc1" presStyleIdx="1" presStyleCnt="6">
        <dgm:presLayoutVars>
          <dgm:bulletEnabled val="1"/>
        </dgm:presLayoutVars>
      </dgm:prSet>
      <dgm:spPr/>
    </dgm:pt>
    <dgm:pt modelId="{E5C8F55E-73FD-43C3-9E12-F3BF6C5EFB55}" type="pres">
      <dgm:prSet presAssocID="{75DEB7FE-01B5-4393-9B9B-38440F0E03D7}" presName="spaceBetweenRectangles" presStyleCnt="0"/>
      <dgm:spPr/>
    </dgm:pt>
    <dgm:pt modelId="{70E3E4E0-E331-4727-B12B-C10963FF0D82}" type="pres">
      <dgm:prSet presAssocID="{75567FD8-75D5-437E-945A-E8EBE201DFB3}" presName="parentLin" presStyleCnt="0"/>
      <dgm:spPr/>
    </dgm:pt>
    <dgm:pt modelId="{24883881-6E70-4787-A03E-CC865DBC2566}" type="pres">
      <dgm:prSet presAssocID="{75567FD8-75D5-437E-945A-E8EBE201DFB3}" presName="parentLeftMargin" presStyleLbl="node1" presStyleIdx="1" presStyleCnt="6"/>
      <dgm:spPr/>
    </dgm:pt>
    <dgm:pt modelId="{022536E0-DCD3-48A7-A116-145515C26988}" type="pres">
      <dgm:prSet presAssocID="{75567FD8-75D5-437E-945A-E8EBE201DFB3}" presName="parentText" presStyleLbl="node1" presStyleIdx="2" presStyleCnt="6">
        <dgm:presLayoutVars>
          <dgm:chMax val="0"/>
          <dgm:bulletEnabled val="1"/>
        </dgm:presLayoutVars>
      </dgm:prSet>
      <dgm:spPr/>
    </dgm:pt>
    <dgm:pt modelId="{88D0EB53-0571-46EF-BD0D-661EEEEE0E6D}" type="pres">
      <dgm:prSet presAssocID="{75567FD8-75D5-437E-945A-E8EBE201DFB3}" presName="negativeSpace" presStyleCnt="0"/>
      <dgm:spPr/>
    </dgm:pt>
    <dgm:pt modelId="{903C6488-19F0-4468-A516-375E9A26A23B}" type="pres">
      <dgm:prSet presAssocID="{75567FD8-75D5-437E-945A-E8EBE201DFB3}" presName="childText" presStyleLbl="conFgAcc1" presStyleIdx="2" presStyleCnt="6">
        <dgm:presLayoutVars>
          <dgm:bulletEnabled val="1"/>
        </dgm:presLayoutVars>
      </dgm:prSet>
      <dgm:spPr/>
    </dgm:pt>
    <dgm:pt modelId="{40488434-82F2-41DD-AE7A-58FC00792088}" type="pres">
      <dgm:prSet presAssocID="{11285B0D-397B-4862-B131-A0B00CE7BA5C}" presName="spaceBetweenRectangles" presStyleCnt="0"/>
      <dgm:spPr/>
    </dgm:pt>
    <dgm:pt modelId="{2A15DDE1-7F71-4C24-9A05-49152EE01FA8}" type="pres">
      <dgm:prSet presAssocID="{7776D1AD-28ED-4061-A17B-7B1F7B7DD273}" presName="parentLin" presStyleCnt="0"/>
      <dgm:spPr/>
    </dgm:pt>
    <dgm:pt modelId="{934A339C-043D-4CD3-BCBA-97C6C6EF2B54}" type="pres">
      <dgm:prSet presAssocID="{7776D1AD-28ED-4061-A17B-7B1F7B7DD273}" presName="parentLeftMargin" presStyleLbl="node1" presStyleIdx="2" presStyleCnt="6"/>
      <dgm:spPr/>
    </dgm:pt>
    <dgm:pt modelId="{2D83BFB9-60A9-45F9-9D57-408D7B1894F8}" type="pres">
      <dgm:prSet presAssocID="{7776D1AD-28ED-4061-A17B-7B1F7B7DD273}" presName="parentText" presStyleLbl="node1" presStyleIdx="3" presStyleCnt="6">
        <dgm:presLayoutVars>
          <dgm:chMax val="0"/>
          <dgm:bulletEnabled val="1"/>
        </dgm:presLayoutVars>
      </dgm:prSet>
      <dgm:spPr/>
    </dgm:pt>
    <dgm:pt modelId="{212B9CC2-808A-4A72-B4C7-E3F67AF678FB}" type="pres">
      <dgm:prSet presAssocID="{7776D1AD-28ED-4061-A17B-7B1F7B7DD273}" presName="negativeSpace" presStyleCnt="0"/>
      <dgm:spPr/>
    </dgm:pt>
    <dgm:pt modelId="{CD4F46AC-95C5-4CB5-AFC8-342E8930E0A2}" type="pres">
      <dgm:prSet presAssocID="{7776D1AD-28ED-4061-A17B-7B1F7B7DD273}" presName="childText" presStyleLbl="conFgAcc1" presStyleIdx="3" presStyleCnt="6">
        <dgm:presLayoutVars>
          <dgm:bulletEnabled val="1"/>
        </dgm:presLayoutVars>
      </dgm:prSet>
      <dgm:spPr/>
    </dgm:pt>
    <dgm:pt modelId="{15D4A0E6-31E9-48E1-8450-5443E35A28DF}" type="pres">
      <dgm:prSet presAssocID="{25B55B08-376E-451B-BCF3-E1F505E18A72}" presName="spaceBetweenRectangles" presStyleCnt="0"/>
      <dgm:spPr/>
    </dgm:pt>
    <dgm:pt modelId="{3CC4E8FD-1860-4319-8479-183551F535A2}" type="pres">
      <dgm:prSet presAssocID="{16B5841D-CADE-441E-B060-2B5F4277E932}" presName="parentLin" presStyleCnt="0"/>
      <dgm:spPr/>
    </dgm:pt>
    <dgm:pt modelId="{215A1F0C-A977-459A-8DAD-C8F4425090FA}" type="pres">
      <dgm:prSet presAssocID="{16B5841D-CADE-441E-B060-2B5F4277E932}" presName="parentLeftMargin" presStyleLbl="node1" presStyleIdx="3" presStyleCnt="6"/>
      <dgm:spPr/>
    </dgm:pt>
    <dgm:pt modelId="{76135A5A-6322-41CA-B734-5A4A58EFCD04}" type="pres">
      <dgm:prSet presAssocID="{16B5841D-CADE-441E-B060-2B5F4277E932}" presName="parentText" presStyleLbl="node1" presStyleIdx="4" presStyleCnt="6">
        <dgm:presLayoutVars>
          <dgm:chMax val="0"/>
          <dgm:bulletEnabled val="1"/>
        </dgm:presLayoutVars>
      </dgm:prSet>
      <dgm:spPr/>
    </dgm:pt>
    <dgm:pt modelId="{D5996989-01DE-464C-BCF3-A414BA8F7C41}" type="pres">
      <dgm:prSet presAssocID="{16B5841D-CADE-441E-B060-2B5F4277E932}" presName="negativeSpace" presStyleCnt="0"/>
      <dgm:spPr/>
    </dgm:pt>
    <dgm:pt modelId="{ADA29484-EA79-43E2-9E4A-C4FCFF49F022}" type="pres">
      <dgm:prSet presAssocID="{16B5841D-CADE-441E-B060-2B5F4277E932}" presName="childText" presStyleLbl="conFgAcc1" presStyleIdx="4" presStyleCnt="6">
        <dgm:presLayoutVars>
          <dgm:bulletEnabled val="1"/>
        </dgm:presLayoutVars>
      </dgm:prSet>
      <dgm:spPr/>
    </dgm:pt>
    <dgm:pt modelId="{743603A3-8EB3-4C3C-A41C-B0AE02825F44}" type="pres">
      <dgm:prSet presAssocID="{1602E50F-C61B-4A02-A3B0-E488D9475802}" presName="spaceBetweenRectangles" presStyleCnt="0"/>
      <dgm:spPr/>
    </dgm:pt>
    <dgm:pt modelId="{4E039B09-DCF6-400D-9414-C7BF66AB071A}" type="pres">
      <dgm:prSet presAssocID="{495163D4-81DF-44D6-BFF0-A9E8F5853453}" presName="parentLin" presStyleCnt="0"/>
      <dgm:spPr/>
    </dgm:pt>
    <dgm:pt modelId="{E73294DF-241E-4304-BE6A-638CE6F8C72A}" type="pres">
      <dgm:prSet presAssocID="{495163D4-81DF-44D6-BFF0-A9E8F5853453}" presName="parentLeftMargin" presStyleLbl="node1" presStyleIdx="4" presStyleCnt="6"/>
      <dgm:spPr/>
    </dgm:pt>
    <dgm:pt modelId="{282553D6-2663-4044-8FB3-0E2051D501C9}" type="pres">
      <dgm:prSet presAssocID="{495163D4-81DF-44D6-BFF0-A9E8F5853453}" presName="parentText" presStyleLbl="node1" presStyleIdx="5" presStyleCnt="6">
        <dgm:presLayoutVars>
          <dgm:chMax val="0"/>
          <dgm:bulletEnabled val="1"/>
        </dgm:presLayoutVars>
      </dgm:prSet>
      <dgm:spPr/>
    </dgm:pt>
    <dgm:pt modelId="{9B984B4F-D7C6-462C-86A2-3D4694B5E7DA}" type="pres">
      <dgm:prSet presAssocID="{495163D4-81DF-44D6-BFF0-A9E8F5853453}" presName="negativeSpace" presStyleCnt="0"/>
      <dgm:spPr/>
    </dgm:pt>
    <dgm:pt modelId="{F7B6D4B0-CEEA-47F1-9CF3-CAD514965DB7}" type="pres">
      <dgm:prSet presAssocID="{495163D4-81DF-44D6-BFF0-A9E8F5853453}" presName="childText" presStyleLbl="conFgAcc1" presStyleIdx="5" presStyleCnt="6">
        <dgm:presLayoutVars>
          <dgm:bulletEnabled val="1"/>
        </dgm:presLayoutVars>
      </dgm:prSet>
      <dgm:spPr/>
    </dgm:pt>
  </dgm:ptLst>
  <dgm:cxnLst>
    <dgm:cxn modelId="{CDB5C00A-FC79-4ED0-8998-1FA22B6D9270}" type="presOf" srcId="{75567FD8-75D5-437E-945A-E8EBE201DFB3}" destId="{022536E0-DCD3-48A7-A116-145515C26988}" srcOrd="1" destOrd="0" presId="urn:microsoft.com/office/officeart/2005/8/layout/list1"/>
    <dgm:cxn modelId="{A7F7BF1E-2520-4D82-95AE-06819045A3C8}" type="presOf" srcId="{15C958FB-4A5A-4416-AD17-F7AF8EC3704B}" destId="{1EE42936-EDE1-4A9C-891B-4151D856AB0F}" srcOrd="0" destOrd="0" presId="urn:microsoft.com/office/officeart/2005/8/layout/list1"/>
    <dgm:cxn modelId="{0105A31F-0F40-4B22-910D-52027AB58B41}" type="presOf" srcId="{0206E2EA-F984-49A8-8974-BA60FA21F5A6}" destId="{97CE82F7-D681-4BAE-8C1B-9D27F957E07F}" srcOrd="1" destOrd="0" presId="urn:microsoft.com/office/officeart/2005/8/layout/list1"/>
    <dgm:cxn modelId="{90305632-0063-4607-9696-7B4783512177}" type="presOf" srcId="{495163D4-81DF-44D6-BFF0-A9E8F5853453}" destId="{E73294DF-241E-4304-BE6A-638CE6F8C72A}" srcOrd="0" destOrd="0" presId="urn:microsoft.com/office/officeart/2005/8/layout/list1"/>
    <dgm:cxn modelId="{211B0536-CF1C-46D1-8E29-67CA244F167F}" srcId="{15C958FB-4A5A-4416-AD17-F7AF8EC3704B}" destId="{0206E2EA-F984-49A8-8974-BA60FA21F5A6}" srcOrd="0" destOrd="0" parTransId="{681B0C7B-C4D1-4A19-A90B-8291700C15B2}" sibTransId="{B0DA88B2-68B5-4156-8AE6-E5C58D3AE249}"/>
    <dgm:cxn modelId="{8C738736-FD20-4490-AE2E-FE2C8DE0F264}" type="presOf" srcId="{16B5841D-CADE-441E-B060-2B5F4277E932}" destId="{76135A5A-6322-41CA-B734-5A4A58EFCD04}" srcOrd="1" destOrd="0" presId="urn:microsoft.com/office/officeart/2005/8/layout/list1"/>
    <dgm:cxn modelId="{A617303F-5369-40DE-B295-E9D313B71D50}" type="presOf" srcId="{7776D1AD-28ED-4061-A17B-7B1F7B7DD273}" destId="{2D83BFB9-60A9-45F9-9D57-408D7B1894F8}" srcOrd="1" destOrd="0" presId="urn:microsoft.com/office/officeart/2005/8/layout/list1"/>
    <dgm:cxn modelId="{10FA5150-75AB-4E0C-9875-D88756799607}" srcId="{15C958FB-4A5A-4416-AD17-F7AF8EC3704B}" destId="{16B5841D-CADE-441E-B060-2B5F4277E932}" srcOrd="4" destOrd="0" parTransId="{FF8EB935-70A8-46B0-BB0B-ECFDD6742BE8}" sibTransId="{1602E50F-C61B-4A02-A3B0-E488D9475802}"/>
    <dgm:cxn modelId="{11966754-3910-49CF-8DF7-0735A946139D}" type="presOf" srcId="{75567FD8-75D5-437E-945A-E8EBE201DFB3}" destId="{24883881-6E70-4787-A03E-CC865DBC2566}" srcOrd="0" destOrd="0" presId="urn:microsoft.com/office/officeart/2005/8/layout/list1"/>
    <dgm:cxn modelId="{34443859-24B1-401D-87DC-FD31BC8D0428}" type="presOf" srcId="{8386E214-C533-49AC-B5BE-A923AE845ABA}" destId="{E6E1F25F-8F61-45D1-9DAA-3FE98270420A}" srcOrd="0" destOrd="0" presId="urn:microsoft.com/office/officeart/2005/8/layout/list1"/>
    <dgm:cxn modelId="{BD344E60-0682-4E56-9B77-44F2DDED3AA4}" type="presOf" srcId="{8386E214-C533-49AC-B5BE-A923AE845ABA}" destId="{C5CD017D-6C94-4FD9-B300-A152983C928C}" srcOrd="1" destOrd="0" presId="urn:microsoft.com/office/officeart/2005/8/layout/list1"/>
    <dgm:cxn modelId="{40789868-03FB-41C8-B0AB-B28D3DF3707F}" type="presOf" srcId="{7776D1AD-28ED-4061-A17B-7B1F7B7DD273}" destId="{934A339C-043D-4CD3-BCBA-97C6C6EF2B54}" srcOrd="0" destOrd="0" presId="urn:microsoft.com/office/officeart/2005/8/layout/list1"/>
    <dgm:cxn modelId="{4E7DA469-63C1-4066-A34D-3C6F9626DB3B}" type="presOf" srcId="{DDB0D3FB-D416-4586-8772-CAEECDA34F03}" destId="{F7B6D4B0-CEEA-47F1-9CF3-CAD514965DB7}" srcOrd="0" destOrd="0" presId="urn:microsoft.com/office/officeart/2005/8/layout/list1"/>
    <dgm:cxn modelId="{F32C6D76-0AB7-4B9D-84EB-9196CC258751}" type="presOf" srcId="{495163D4-81DF-44D6-BFF0-A9E8F5853453}" destId="{282553D6-2663-4044-8FB3-0E2051D501C9}" srcOrd="1" destOrd="0" presId="urn:microsoft.com/office/officeart/2005/8/layout/list1"/>
    <dgm:cxn modelId="{61F9BF82-B221-4473-9B8F-F38F740A687B}" srcId="{15C958FB-4A5A-4416-AD17-F7AF8EC3704B}" destId="{75567FD8-75D5-437E-945A-E8EBE201DFB3}" srcOrd="2" destOrd="0" parTransId="{9FA7BEA4-6C76-408F-B94C-637B555B767C}" sibTransId="{11285B0D-397B-4862-B131-A0B00CE7BA5C}"/>
    <dgm:cxn modelId="{3A4E0C86-A523-40F9-BC78-41F71980A425}" srcId="{15C958FB-4A5A-4416-AD17-F7AF8EC3704B}" destId="{8386E214-C533-49AC-B5BE-A923AE845ABA}" srcOrd="1" destOrd="0" parTransId="{7063EC65-B3E2-4136-94AD-C2F04EB5A7DE}" sibTransId="{75DEB7FE-01B5-4393-9B9B-38440F0E03D7}"/>
    <dgm:cxn modelId="{EE527C8C-91B4-4362-A7D4-7650390F729F}" type="presOf" srcId="{0206E2EA-F984-49A8-8974-BA60FA21F5A6}" destId="{A5A76090-44A7-47CA-9B5B-B0992E9B00E8}" srcOrd="0" destOrd="0" presId="urn:microsoft.com/office/officeart/2005/8/layout/list1"/>
    <dgm:cxn modelId="{15CE66A5-315A-47E1-A122-25BA8AEA02EC}" type="presOf" srcId="{16B5841D-CADE-441E-B060-2B5F4277E932}" destId="{215A1F0C-A977-459A-8DAD-C8F4425090FA}" srcOrd="0" destOrd="0" presId="urn:microsoft.com/office/officeart/2005/8/layout/list1"/>
    <dgm:cxn modelId="{FF709CAB-5A19-4009-9CD5-D4DD8ED41B29}" srcId="{15C958FB-4A5A-4416-AD17-F7AF8EC3704B}" destId="{495163D4-81DF-44D6-BFF0-A9E8F5853453}" srcOrd="5" destOrd="0" parTransId="{5043395C-2D8D-457E-99A9-A21CD6D887D0}" sibTransId="{7B77CA91-B4BB-4374-869A-8BB10D325FFB}"/>
    <dgm:cxn modelId="{403210E2-201B-41A1-9093-C4E95D925BDE}" srcId="{495163D4-81DF-44D6-BFF0-A9E8F5853453}" destId="{DDB0D3FB-D416-4586-8772-CAEECDA34F03}" srcOrd="0" destOrd="0" parTransId="{6EBA3EDB-E013-4435-83C1-48A781793748}" sibTransId="{FA52C577-56AC-4565-ADC2-E1B560C2ECC1}"/>
    <dgm:cxn modelId="{C163F0E8-00A8-4E57-A76A-5BCF23B23573}" srcId="{15C958FB-4A5A-4416-AD17-F7AF8EC3704B}" destId="{7776D1AD-28ED-4061-A17B-7B1F7B7DD273}" srcOrd="3" destOrd="0" parTransId="{CCBCE860-9A90-4354-AFD6-26CBBDA8981D}" sibTransId="{25B55B08-376E-451B-BCF3-E1F505E18A72}"/>
    <dgm:cxn modelId="{339071C0-712A-47E1-8289-8910917D1881}" type="presParOf" srcId="{1EE42936-EDE1-4A9C-891B-4151D856AB0F}" destId="{87F7D3A5-60C0-49D9-9EBB-A8D7082E5B83}" srcOrd="0" destOrd="0" presId="urn:microsoft.com/office/officeart/2005/8/layout/list1"/>
    <dgm:cxn modelId="{8587D07F-1E5B-4CB4-834E-F5B105EE9DA3}" type="presParOf" srcId="{87F7D3A5-60C0-49D9-9EBB-A8D7082E5B83}" destId="{A5A76090-44A7-47CA-9B5B-B0992E9B00E8}" srcOrd="0" destOrd="0" presId="urn:microsoft.com/office/officeart/2005/8/layout/list1"/>
    <dgm:cxn modelId="{E0E8558F-C67A-4486-B869-2B9309B34587}" type="presParOf" srcId="{87F7D3A5-60C0-49D9-9EBB-A8D7082E5B83}" destId="{97CE82F7-D681-4BAE-8C1B-9D27F957E07F}" srcOrd="1" destOrd="0" presId="urn:microsoft.com/office/officeart/2005/8/layout/list1"/>
    <dgm:cxn modelId="{7ACE2708-6FA0-4ED2-AB2A-31CCC4CDFC1B}" type="presParOf" srcId="{1EE42936-EDE1-4A9C-891B-4151D856AB0F}" destId="{52B43A99-80F6-4897-8F61-048BA816C9F1}" srcOrd="1" destOrd="0" presId="urn:microsoft.com/office/officeart/2005/8/layout/list1"/>
    <dgm:cxn modelId="{BE6A1D3A-A377-4BAF-BAF7-27E86C7F24E9}" type="presParOf" srcId="{1EE42936-EDE1-4A9C-891B-4151D856AB0F}" destId="{DE3A12A0-0101-4D26-BA84-C9B0F8EF5C18}" srcOrd="2" destOrd="0" presId="urn:microsoft.com/office/officeart/2005/8/layout/list1"/>
    <dgm:cxn modelId="{520ED018-581D-41FE-B7E5-415CF293BEE8}" type="presParOf" srcId="{1EE42936-EDE1-4A9C-891B-4151D856AB0F}" destId="{808272B2-432A-410D-82EA-53BD9BFEBD88}" srcOrd="3" destOrd="0" presId="urn:microsoft.com/office/officeart/2005/8/layout/list1"/>
    <dgm:cxn modelId="{39FFF6C5-34E4-4311-9407-91B39FA22614}" type="presParOf" srcId="{1EE42936-EDE1-4A9C-891B-4151D856AB0F}" destId="{F93E87BE-DFC4-4274-8331-932113A95433}" srcOrd="4" destOrd="0" presId="urn:microsoft.com/office/officeart/2005/8/layout/list1"/>
    <dgm:cxn modelId="{BEE72421-49BF-40C8-BAAC-399F0C39D1DF}" type="presParOf" srcId="{F93E87BE-DFC4-4274-8331-932113A95433}" destId="{E6E1F25F-8F61-45D1-9DAA-3FE98270420A}" srcOrd="0" destOrd="0" presId="urn:microsoft.com/office/officeart/2005/8/layout/list1"/>
    <dgm:cxn modelId="{F34976EF-C0B5-430E-9F02-B013C75536AD}" type="presParOf" srcId="{F93E87BE-DFC4-4274-8331-932113A95433}" destId="{C5CD017D-6C94-4FD9-B300-A152983C928C}" srcOrd="1" destOrd="0" presId="urn:microsoft.com/office/officeart/2005/8/layout/list1"/>
    <dgm:cxn modelId="{BA1B8627-583F-4D24-83A8-277329E58CCE}" type="presParOf" srcId="{1EE42936-EDE1-4A9C-891B-4151D856AB0F}" destId="{B0BF24C9-66AE-4CBA-9D52-AD8E11DC92F1}" srcOrd="5" destOrd="0" presId="urn:microsoft.com/office/officeart/2005/8/layout/list1"/>
    <dgm:cxn modelId="{BF4810ED-17D2-4D5D-BA0F-B39E55146D48}" type="presParOf" srcId="{1EE42936-EDE1-4A9C-891B-4151D856AB0F}" destId="{0F977DC4-516E-4EAA-8C88-5B840E63317B}" srcOrd="6" destOrd="0" presId="urn:microsoft.com/office/officeart/2005/8/layout/list1"/>
    <dgm:cxn modelId="{D4D28718-56B3-4596-A1FF-17A2BC85FDD2}" type="presParOf" srcId="{1EE42936-EDE1-4A9C-891B-4151D856AB0F}" destId="{E5C8F55E-73FD-43C3-9E12-F3BF6C5EFB55}" srcOrd="7" destOrd="0" presId="urn:microsoft.com/office/officeart/2005/8/layout/list1"/>
    <dgm:cxn modelId="{1773F7D5-E2A8-4FDF-853E-9587DB86DAFF}" type="presParOf" srcId="{1EE42936-EDE1-4A9C-891B-4151D856AB0F}" destId="{70E3E4E0-E331-4727-B12B-C10963FF0D82}" srcOrd="8" destOrd="0" presId="urn:microsoft.com/office/officeart/2005/8/layout/list1"/>
    <dgm:cxn modelId="{2054D9DD-EDFD-470E-AFCE-25752122A10F}" type="presParOf" srcId="{70E3E4E0-E331-4727-B12B-C10963FF0D82}" destId="{24883881-6E70-4787-A03E-CC865DBC2566}" srcOrd="0" destOrd="0" presId="urn:microsoft.com/office/officeart/2005/8/layout/list1"/>
    <dgm:cxn modelId="{C8D4F11A-4B9F-4826-8274-9CD80F8DB6C1}" type="presParOf" srcId="{70E3E4E0-E331-4727-B12B-C10963FF0D82}" destId="{022536E0-DCD3-48A7-A116-145515C26988}" srcOrd="1" destOrd="0" presId="urn:microsoft.com/office/officeart/2005/8/layout/list1"/>
    <dgm:cxn modelId="{AA8D52ED-56C6-42EF-88A6-80FFCB9C3342}" type="presParOf" srcId="{1EE42936-EDE1-4A9C-891B-4151D856AB0F}" destId="{88D0EB53-0571-46EF-BD0D-661EEEEE0E6D}" srcOrd="9" destOrd="0" presId="urn:microsoft.com/office/officeart/2005/8/layout/list1"/>
    <dgm:cxn modelId="{DE2DFC5B-4751-4F27-93A4-5E15B979628E}" type="presParOf" srcId="{1EE42936-EDE1-4A9C-891B-4151D856AB0F}" destId="{903C6488-19F0-4468-A516-375E9A26A23B}" srcOrd="10" destOrd="0" presId="urn:microsoft.com/office/officeart/2005/8/layout/list1"/>
    <dgm:cxn modelId="{26CCED4C-86D5-4EFC-BCFC-47F7B926884A}" type="presParOf" srcId="{1EE42936-EDE1-4A9C-891B-4151D856AB0F}" destId="{40488434-82F2-41DD-AE7A-58FC00792088}" srcOrd="11" destOrd="0" presId="urn:microsoft.com/office/officeart/2005/8/layout/list1"/>
    <dgm:cxn modelId="{A638E927-6456-410D-99C0-2858C6E8BF5B}" type="presParOf" srcId="{1EE42936-EDE1-4A9C-891B-4151D856AB0F}" destId="{2A15DDE1-7F71-4C24-9A05-49152EE01FA8}" srcOrd="12" destOrd="0" presId="urn:microsoft.com/office/officeart/2005/8/layout/list1"/>
    <dgm:cxn modelId="{A4DB9AA8-3C80-4224-9EE7-B3DA631CEAD1}" type="presParOf" srcId="{2A15DDE1-7F71-4C24-9A05-49152EE01FA8}" destId="{934A339C-043D-4CD3-BCBA-97C6C6EF2B54}" srcOrd="0" destOrd="0" presId="urn:microsoft.com/office/officeart/2005/8/layout/list1"/>
    <dgm:cxn modelId="{D0A112F8-7F72-4C40-B4C3-F2553BB603A2}" type="presParOf" srcId="{2A15DDE1-7F71-4C24-9A05-49152EE01FA8}" destId="{2D83BFB9-60A9-45F9-9D57-408D7B1894F8}" srcOrd="1" destOrd="0" presId="urn:microsoft.com/office/officeart/2005/8/layout/list1"/>
    <dgm:cxn modelId="{6C1CC2B6-BD2D-4487-BF15-D56261C7BC0B}" type="presParOf" srcId="{1EE42936-EDE1-4A9C-891B-4151D856AB0F}" destId="{212B9CC2-808A-4A72-B4C7-E3F67AF678FB}" srcOrd="13" destOrd="0" presId="urn:microsoft.com/office/officeart/2005/8/layout/list1"/>
    <dgm:cxn modelId="{02A76C60-69DF-4919-9B51-D27C932BD602}" type="presParOf" srcId="{1EE42936-EDE1-4A9C-891B-4151D856AB0F}" destId="{CD4F46AC-95C5-4CB5-AFC8-342E8930E0A2}" srcOrd="14" destOrd="0" presId="urn:microsoft.com/office/officeart/2005/8/layout/list1"/>
    <dgm:cxn modelId="{40D37594-5DF4-4A9C-9318-C345CD636E63}" type="presParOf" srcId="{1EE42936-EDE1-4A9C-891B-4151D856AB0F}" destId="{15D4A0E6-31E9-48E1-8450-5443E35A28DF}" srcOrd="15" destOrd="0" presId="urn:microsoft.com/office/officeart/2005/8/layout/list1"/>
    <dgm:cxn modelId="{97CB312A-6B0B-4DEB-881A-D9B8022603CE}" type="presParOf" srcId="{1EE42936-EDE1-4A9C-891B-4151D856AB0F}" destId="{3CC4E8FD-1860-4319-8479-183551F535A2}" srcOrd="16" destOrd="0" presId="urn:microsoft.com/office/officeart/2005/8/layout/list1"/>
    <dgm:cxn modelId="{0E185426-EBCE-4615-930D-6CDD1EA71950}" type="presParOf" srcId="{3CC4E8FD-1860-4319-8479-183551F535A2}" destId="{215A1F0C-A977-459A-8DAD-C8F4425090FA}" srcOrd="0" destOrd="0" presId="urn:microsoft.com/office/officeart/2005/8/layout/list1"/>
    <dgm:cxn modelId="{2FAAFFEF-DDC3-4B1E-906C-89B357031E29}" type="presParOf" srcId="{3CC4E8FD-1860-4319-8479-183551F535A2}" destId="{76135A5A-6322-41CA-B734-5A4A58EFCD04}" srcOrd="1" destOrd="0" presId="urn:microsoft.com/office/officeart/2005/8/layout/list1"/>
    <dgm:cxn modelId="{6DFA1AAB-E6E7-48BF-A00E-19F027EE6DEA}" type="presParOf" srcId="{1EE42936-EDE1-4A9C-891B-4151D856AB0F}" destId="{D5996989-01DE-464C-BCF3-A414BA8F7C41}" srcOrd="17" destOrd="0" presId="urn:microsoft.com/office/officeart/2005/8/layout/list1"/>
    <dgm:cxn modelId="{F0A0666E-ED06-4FE1-97B8-7C2A7EC948A5}" type="presParOf" srcId="{1EE42936-EDE1-4A9C-891B-4151D856AB0F}" destId="{ADA29484-EA79-43E2-9E4A-C4FCFF49F022}" srcOrd="18" destOrd="0" presId="urn:microsoft.com/office/officeart/2005/8/layout/list1"/>
    <dgm:cxn modelId="{C6F5263B-C32D-4A3E-A81A-BE0E9A1E6CB5}" type="presParOf" srcId="{1EE42936-EDE1-4A9C-891B-4151D856AB0F}" destId="{743603A3-8EB3-4C3C-A41C-B0AE02825F44}" srcOrd="19" destOrd="0" presId="urn:microsoft.com/office/officeart/2005/8/layout/list1"/>
    <dgm:cxn modelId="{DBF56A47-DCCE-4817-9FC9-24A5E6E26FD4}" type="presParOf" srcId="{1EE42936-EDE1-4A9C-891B-4151D856AB0F}" destId="{4E039B09-DCF6-400D-9414-C7BF66AB071A}" srcOrd="20" destOrd="0" presId="urn:microsoft.com/office/officeart/2005/8/layout/list1"/>
    <dgm:cxn modelId="{BB4B4C50-40E7-43DB-BBB1-8BBE6A27C73C}" type="presParOf" srcId="{4E039B09-DCF6-400D-9414-C7BF66AB071A}" destId="{E73294DF-241E-4304-BE6A-638CE6F8C72A}" srcOrd="0" destOrd="0" presId="urn:microsoft.com/office/officeart/2005/8/layout/list1"/>
    <dgm:cxn modelId="{FB200A6F-18C9-47A9-84A1-7B716B1B3A5C}" type="presParOf" srcId="{4E039B09-DCF6-400D-9414-C7BF66AB071A}" destId="{282553D6-2663-4044-8FB3-0E2051D501C9}" srcOrd="1" destOrd="0" presId="urn:microsoft.com/office/officeart/2005/8/layout/list1"/>
    <dgm:cxn modelId="{28CB94F8-2518-447C-9344-E90C4A8E1DD3}" type="presParOf" srcId="{1EE42936-EDE1-4A9C-891B-4151D856AB0F}" destId="{9B984B4F-D7C6-462C-86A2-3D4694B5E7DA}" srcOrd="21" destOrd="0" presId="urn:microsoft.com/office/officeart/2005/8/layout/list1"/>
    <dgm:cxn modelId="{E885F586-4C33-4EF7-A645-411B72D36B7E}" type="presParOf" srcId="{1EE42936-EDE1-4A9C-891B-4151D856AB0F}" destId="{F7B6D4B0-CEEA-47F1-9CF3-CAD514965DB7}"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6E01D86-5D86-472F-B594-F162F0AD9E31}" type="doc">
      <dgm:prSet loTypeId="urn:microsoft.com/office/officeart/2005/8/layout/vList5" loCatId="list" qsTypeId="urn:microsoft.com/office/officeart/2005/8/quickstyle/simple1" qsCatId="simple" csTypeId="urn:microsoft.com/office/officeart/2005/8/colors/accent3_2" csCatId="accent3" phldr="1"/>
      <dgm:spPr/>
      <dgm:t>
        <a:bodyPr/>
        <a:lstStyle/>
        <a:p>
          <a:endParaRPr lang="en-AU"/>
        </a:p>
      </dgm:t>
    </dgm:pt>
    <dgm:pt modelId="{FEAA5BDA-672A-4DF5-91C6-473B5981FCBA}">
      <dgm:prSet/>
      <dgm:spPr/>
      <dgm:t>
        <a:bodyPr/>
        <a:lstStyle/>
        <a:p>
          <a:pPr rtl="0"/>
          <a:r>
            <a:rPr lang="en-GB" dirty="0"/>
            <a:t>Management Expectation  </a:t>
          </a:r>
          <a:endParaRPr lang="en-AU" dirty="0"/>
        </a:p>
      </dgm:t>
    </dgm:pt>
    <dgm:pt modelId="{1F45FD78-B003-44A1-B128-E9346B0FD105}" type="parTrans" cxnId="{ADC89769-D45E-4516-A357-66FBE49E33C1}">
      <dgm:prSet/>
      <dgm:spPr/>
      <dgm:t>
        <a:bodyPr/>
        <a:lstStyle/>
        <a:p>
          <a:endParaRPr lang="en-AU"/>
        </a:p>
      </dgm:t>
    </dgm:pt>
    <dgm:pt modelId="{F528648F-BD0F-4CCA-A484-41DDFABED178}" type="sibTrans" cxnId="{ADC89769-D45E-4516-A357-66FBE49E33C1}">
      <dgm:prSet/>
      <dgm:spPr/>
      <dgm:t>
        <a:bodyPr/>
        <a:lstStyle/>
        <a:p>
          <a:endParaRPr lang="en-AU"/>
        </a:p>
      </dgm:t>
    </dgm:pt>
    <dgm:pt modelId="{776F06EF-0C65-41C3-ACFF-D077891483CF}">
      <dgm:prSet/>
      <dgm:spPr/>
      <dgm:t>
        <a:bodyPr/>
        <a:lstStyle/>
        <a:p>
          <a:pPr rtl="0"/>
          <a:r>
            <a:rPr lang="en-GB"/>
            <a:t>Realistic expectations </a:t>
          </a:r>
          <a:endParaRPr lang="en-AU"/>
        </a:p>
      </dgm:t>
    </dgm:pt>
    <dgm:pt modelId="{32681FBA-6177-46BD-83A2-0D5335F42C0F}" type="parTrans" cxnId="{09F030A0-A185-481F-B244-08AE20A6ED64}">
      <dgm:prSet/>
      <dgm:spPr/>
      <dgm:t>
        <a:bodyPr/>
        <a:lstStyle/>
        <a:p>
          <a:endParaRPr lang="en-AU"/>
        </a:p>
      </dgm:t>
    </dgm:pt>
    <dgm:pt modelId="{1583C9D2-3B21-49CF-8BB2-A72C59E3C104}" type="sibTrans" cxnId="{09F030A0-A185-481F-B244-08AE20A6ED64}">
      <dgm:prSet/>
      <dgm:spPr/>
      <dgm:t>
        <a:bodyPr/>
        <a:lstStyle/>
        <a:p>
          <a:endParaRPr lang="en-AU"/>
        </a:p>
      </dgm:t>
    </dgm:pt>
    <dgm:pt modelId="{A8C8A24B-03E5-40CF-BB49-47EACCD4399E}">
      <dgm:prSet/>
      <dgm:spPr/>
      <dgm:t>
        <a:bodyPr/>
        <a:lstStyle/>
        <a:p>
          <a:pPr rtl="0"/>
          <a:r>
            <a:rPr lang="en-GB"/>
            <a:t>No surprises, no disappointments</a:t>
          </a:r>
          <a:endParaRPr lang="en-AU"/>
        </a:p>
      </dgm:t>
    </dgm:pt>
    <dgm:pt modelId="{451F7D7E-6748-49C6-B824-FDD3AF7BC20B}" type="parTrans" cxnId="{B93EE57F-F060-4FF2-A4F0-267BCBBE02E0}">
      <dgm:prSet/>
      <dgm:spPr/>
      <dgm:t>
        <a:bodyPr/>
        <a:lstStyle/>
        <a:p>
          <a:endParaRPr lang="en-AU"/>
        </a:p>
      </dgm:t>
    </dgm:pt>
    <dgm:pt modelId="{6C30073E-E8A9-4835-8C33-647BE845361C}" type="sibTrans" cxnId="{B93EE57F-F060-4FF2-A4F0-267BCBBE02E0}">
      <dgm:prSet/>
      <dgm:spPr/>
      <dgm:t>
        <a:bodyPr/>
        <a:lstStyle/>
        <a:p>
          <a:endParaRPr lang="en-AU"/>
        </a:p>
      </dgm:t>
    </dgm:pt>
    <dgm:pt modelId="{E71B3EAC-789E-4F22-A77E-F9332E8BEA6C}">
      <dgm:prSet/>
      <dgm:spPr/>
      <dgm:t>
        <a:bodyPr/>
        <a:lstStyle/>
        <a:p>
          <a:pPr rtl="0"/>
          <a:r>
            <a:rPr lang="en-GB"/>
            <a:t>Timely training</a:t>
          </a:r>
          <a:endParaRPr lang="en-AU"/>
        </a:p>
      </dgm:t>
    </dgm:pt>
    <dgm:pt modelId="{3D7EF9E7-791D-4935-ADAA-6A6DA52CD985}" type="parTrans" cxnId="{E3F1E198-58AF-4234-9E80-008D281B901C}">
      <dgm:prSet/>
      <dgm:spPr/>
      <dgm:t>
        <a:bodyPr/>
        <a:lstStyle/>
        <a:p>
          <a:endParaRPr lang="en-AU"/>
        </a:p>
      </dgm:t>
    </dgm:pt>
    <dgm:pt modelId="{E147932C-FF14-4FC1-960D-17A3A852FAD5}" type="sibTrans" cxnId="{E3F1E198-58AF-4234-9E80-008D281B901C}">
      <dgm:prSet/>
      <dgm:spPr/>
      <dgm:t>
        <a:bodyPr/>
        <a:lstStyle/>
        <a:p>
          <a:endParaRPr lang="en-AU"/>
        </a:p>
      </dgm:t>
    </dgm:pt>
    <dgm:pt modelId="{11DEE94C-ECD5-48D3-B755-512618C4CEEA}">
      <dgm:prSet/>
      <dgm:spPr/>
      <dgm:t>
        <a:bodyPr/>
        <a:lstStyle/>
        <a:p>
          <a:pPr rtl="0"/>
          <a:r>
            <a:rPr lang="en-GB"/>
            <a:t>Communication, but no hype</a:t>
          </a:r>
          <a:endParaRPr lang="en-AU"/>
        </a:p>
      </dgm:t>
    </dgm:pt>
    <dgm:pt modelId="{08822EC3-2207-4238-8015-D57E0CFEF6F3}" type="parTrans" cxnId="{55911F01-B229-48A7-9B75-E63AD54BA56D}">
      <dgm:prSet/>
      <dgm:spPr/>
      <dgm:t>
        <a:bodyPr/>
        <a:lstStyle/>
        <a:p>
          <a:endParaRPr lang="en-AU"/>
        </a:p>
      </dgm:t>
    </dgm:pt>
    <dgm:pt modelId="{FD7B53D8-5503-4F23-BEB5-1270F32799ED}" type="sibTrans" cxnId="{55911F01-B229-48A7-9B75-E63AD54BA56D}">
      <dgm:prSet/>
      <dgm:spPr/>
      <dgm:t>
        <a:bodyPr/>
        <a:lstStyle/>
        <a:p>
          <a:endParaRPr lang="en-AU"/>
        </a:p>
      </dgm:t>
    </dgm:pt>
    <dgm:pt modelId="{FE09F867-356E-4A86-9376-6B74738C7060}">
      <dgm:prSet/>
      <dgm:spPr/>
      <dgm:t>
        <a:bodyPr/>
        <a:lstStyle/>
        <a:p>
          <a:pPr rtl="0"/>
          <a:r>
            <a:rPr lang="en-GB"/>
            <a:t>Ownership </a:t>
          </a:r>
          <a:endParaRPr lang="en-AU"/>
        </a:p>
      </dgm:t>
    </dgm:pt>
    <dgm:pt modelId="{5AF04E23-90CD-4F3D-B32B-93B9B3B44417}" type="parTrans" cxnId="{3EE890D6-E6E8-4372-A40E-A34B3EAE7C11}">
      <dgm:prSet/>
      <dgm:spPr/>
      <dgm:t>
        <a:bodyPr/>
        <a:lstStyle/>
        <a:p>
          <a:endParaRPr lang="en-AU"/>
        </a:p>
      </dgm:t>
    </dgm:pt>
    <dgm:pt modelId="{B7700A7D-9A9C-45D7-A6E5-7C0B62F6D33F}" type="sibTrans" cxnId="{3EE890D6-E6E8-4372-A40E-A34B3EAE7C11}">
      <dgm:prSet/>
      <dgm:spPr/>
      <dgm:t>
        <a:bodyPr/>
        <a:lstStyle/>
        <a:p>
          <a:endParaRPr lang="en-AU"/>
        </a:p>
      </dgm:t>
    </dgm:pt>
    <dgm:pt modelId="{6557E7A1-99FB-4DFC-A27E-0BBB183C1E34}">
      <dgm:prSet/>
      <dgm:spPr/>
      <dgm:t>
        <a:bodyPr/>
        <a:lstStyle/>
        <a:p>
          <a:pPr rtl="0"/>
          <a:r>
            <a:rPr lang="en-GB"/>
            <a:t>Make the users active stakeholders</a:t>
          </a:r>
          <a:endParaRPr lang="en-AU"/>
        </a:p>
      </dgm:t>
    </dgm:pt>
    <dgm:pt modelId="{545882FD-118F-4516-B354-8A6B08F2DF37}" type="parTrans" cxnId="{0F482670-C718-4B29-A7E1-BE4B8D8A5A51}">
      <dgm:prSet/>
      <dgm:spPr/>
      <dgm:t>
        <a:bodyPr/>
        <a:lstStyle/>
        <a:p>
          <a:endParaRPr lang="en-AU"/>
        </a:p>
      </dgm:t>
    </dgm:pt>
    <dgm:pt modelId="{AA226E27-1971-4250-AECD-85097474363F}" type="sibTrans" cxnId="{0F482670-C718-4B29-A7E1-BE4B8D8A5A51}">
      <dgm:prSet/>
      <dgm:spPr/>
      <dgm:t>
        <a:bodyPr/>
        <a:lstStyle/>
        <a:p>
          <a:endParaRPr lang="en-AU"/>
        </a:p>
      </dgm:t>
    </dgm:pt>
    <dgm:pt modelId="{D7C18EB5-4575-463D-A4AB-6FF24491425D}">
      <dgm:prSet/>
      <dgm:spPr/>
      <dgm:t>
        <a:bodyPr/>
        <a:lstStyle/>
        <a:p>
          <a:pPr rtl="0"/>
          <a:r>
            <a:rPr lang="en-GB"/>
            <a:t>More likely to forgive or accept problems</a:t>
          </a:r>
          <a:endParaRPr lang="en-AU"/>
        </a:p>
      </dgm:t>
    </dgm:pt>
    <dgm:pt modelId="{F6F76907-C46E-4BA4-8D08-9478D6C9C20C}" type="parTrans" cxnId="{1C4CAF4A-F633-4D67-90B7-37BC57A8E271}">
      <dgm:prSet/>
      <dgm:spPr/>
      <dgm:t>
        <a:bodyPr/>
        <a:lstStyle/>
        <a:p>
          <a:endParaRPr lang="en-AU"/>
        </a:p>
      </dgm:t>
    </dgm:pt>
    <dgm:pt modelId="{F8243521-A1B2-42F5-8052-66DC6942C7B6}" type="sibTrans" cxnId="{1C4CAF4A-F633-4D67-90B7-37BC57A8E271}">
      <dgm:prSet/>
      <dgm:spPr/>
      <dgm:t>
        <a:bodyPr/>
        <a:lstStyle/>
        <a:p>
          <a:endParaRPr lang="en-AU"/>
        </a:p>
      </dgm:t>
    </dgm:pt>
    <dgm:pt modelId="{66AB81B5-78C3-4FC4-9BB5-2C9DF3C7AF94}">
      <dgm:prSet/>
      <dgm:spPr/>
      <dgm:t>
        <a:bodyPr/>
        <a:lstStyle/>
        <a:p>
          <a:pPr rtl="0"/>
          <a:r>
            <a:rPr lang="en-GB"/>
            <a:t>Can make a big difference to acceptance and success of product</a:t>
          </a:r>
          <a:endParaRPr lang="en-AU"/>
        </a:p>
      </dgm:t>
    </dgm:pt>
    <dgm:pt modelId="{F31A1964-F93C-447E-8EEF-4E58777DAA3E}" type="parTrans" cxnId="{76C3182C-94C6-44FE-BCBD-9CA2CEDF501D}">
      <dgm:prSet/>
      <dgm:spPr/>
      <dgm:t>
        <a:bodyPr/>
        <a:lstStyle/>
        <a:p>
          <a:endParaRPr lang="en-AU"/>
        </a:p>
      </dgm:t>
    </dgm:pt>
    <dgm:pt modelId="{04D7CA1F-DA73-4A96-A30F-34D0CB26B9D7}" type="sibTrans" cxnId="{76C3182C-94C6-44FE-BCBD-9CA2CEDF501D}">
      <dgm:prSet/>
      <dgm:spPr/>
      <dgm:t>
        <a:bodyPr/>
        <a:lstStyle/>
        <a:p>
          <a:endParaRPr lang="en-AU"/>
        </a:p>
      </dgm:t>
    </dgm:pt>
    <dgm:pt modelId="{13E89EFF-08AC-4D0D-A0B1-9CD90E7558AB}" type="pres">
      <dgm:prSet presAssocID="{26E01D86-5D86-472F-B594-F162F0AD9E31}" presName="Name0" presStyleCnt="0">
        <dgm:presLayoutVars>
          <dgm:dir/>
          <dgm:animLvl val="lvl"/>
          <dgm:resizeHandles val="exact"/>
        </dgm:presLayoutVars>
      </dgm:prSet>
      <dgm:spPr/>
    </dgm:pt>
    <dgm:pt modelId="{D2DCEE37-EE9F-4DE0-8EE8-C2B8FF629C13}" type="pres">
      <dgm:prSet presAssocID="{FEAA5BDA-672A-4DF5-91C6-473B5981FCBA}" presName="linNode" presStyleCnt="0"/>
      <dgm:spPr/>
    </dgm:pt>
    <dgm:pt modelId="{F47B8E67-94E2-4C87-8A4B-5483DD4FD64B}" type="pres">
      <dgm:prSet presAssocID="{FEAA5BDA-672A-4DF5-91C6-473B5981FCBA}" presName="parentText" presStyleLbl="node1" presStyleIdx="0" presStyleCnt="2">
        <dgm:presLayoutVars>
          <dgm:chMax val="1"/>
          <dgm:bulletEnabled val="1"/>
        </dgm:presLayoutVars>
      </dgm:prSet>
      <dgm:spPr/>
    </dgm:pt>
    <dgm:pt modelId="{2A16C2AD-29B4-4CD6-93E2-F67287C70DA3}" type="pres">
      <dgm:prSet presAssocID="{FEAA5BDA-672A-4DF5-91C6-473B5981FCBA}" presName="descendantText" presStyleLbl="alignAccFollowNode1" presStyleIdx="0" presStyleCnt="2">
        <dgm:presLayoutVars>
          <dgm:bulletEnabled val="1"/>
        </dgm:presLayoutVars>
      </dgm:prSet>
      <dgm:spPr/>
    </dgm:pt>
    <dgm:pt modelId="{34B437F1-B06A-43BC-990B-13CC76E8AD55}" type="pres">
      <dgm:prSet presAssocID="{F528648F-BD0F-4CCA-A484-41DDFABED178}" presName="sp" presStyleCnt="0"/>
      <dgm:spPr/>
    </dgm:pt>
    <dgm:pt modelId="{2B9D659D-0BE5-4A48-8B59-F4CD632803E1}" type="pres">
      <dgm:prSet presAssocID="{FE09F867-356E-4A86-9376-6B74738C7060}" presName="linNode" presStyleCnt="0"/>
      <dgm:spPr/>
    </dgm:pt>
    <dgm:pt modelId="{B9A1C0C6-4618-4437-9C56-F4812398DAC0}" type="pres">
      <dgm:prSet presAssocID="{FE09F867-356E-4A86-9376-6B74738C7060}" presName="parentText" presStyleLbl="node1" presStyleIdx="1" presStyleCnt="2">
        <dgm:presLayoutVars>
          <dgm:chMax val="1"/>
          <dgm:bulletEnabled val="1"/>
        </dgm:presLayoutVars>
      </dgm:prSet>
      <dgm:spPr/>
    </dgm:pt>
    <dgm:pt modelId="{3E9793E0-702D-4D3B-8E74-F767DDD5947F}" type="pres">
      <dgm:prSet presAssocID="{FE09F867-356E-4A86-9376-6B74738C7060}" presName="descendantText" presStyleLbl="alignAccFollowNode1" presStyleIdx="1" presStyleCnt="2">
        <dgm:presLayoutVars>
          <dgm:bulletEnabled val="1"/>
        </dgm:presLayoutVars>
      </dgm:prSet>
      <dgm:spPr/>
    </dgm:pt>
  </dgm:ptLst>
  <dgm:cxnLst>
    <dgm:cxn modelId="{55911F01-B229-48A7-9B75-E63AD54BA56D}" srcId="{FEAA5BDA-672A-4DF5-91C6-473B5981FCBA}" destId="{11DEE94C-ECD5-48D3-B755-512618C4CEEA}" srcOrd="3" destOrd="0" parTransId="{08822EC3-2207-4238-8015-D57E0CFEF6F3}" sibTransId="{FD7B53D8-5503-4F23-BEB5-1270F32799ED}"/>
    <dgm:cxn modelId="{2EFFC517-2DFE-46BA-B601-7FF1884088B5}" type="presOf" srcId="{6557E7A1-99FB-4DFC-A27E-0BBB183C1E34}" destId="{3E9793E0-702D-4D3B-8E74-F767DDD5947F}" srcOrd="0" destOrd="0" presId="urn:microsoft.com/office/officeart/2005/8/layout/vList5"/>
    <dgm:cxn modelId="{76C3182C-94C6-44FE-BCBD-9CA2CEDF501D}" srcId="{FE09F867-356E-4A86-9376-6B74738C7060}" destId="{66AB81B5-78C3-4FC4-9BB5-2C9DF3C7AF94}" srcOrd="2" destOrd="0" parTransId="{F31A1964-F93C-447E-8EEF-4E58777DAA3E}" sibTransId="{04D7CA1F-DA73-4A96-A30F-34D0CB26B9D7}"/>
    <dgm:cxn modelId="{1C4CAF4A-F633-4D67-90B7-37BC57A8E271}" srcId="{FE09F867-356E-4A86-9376-6B74738C7060}" destId="{D7C18EB5-4575-463D-A4AB-6FF24491425D}" srcOrd="1" destOrd="0" parTransId="{F6F76907-C46E-4BA4-8D08-9478D6C9C20C}" sibTransId="{F8243521-A1B2-42F5-8052-66DC6942C7B6}"/>
    <dgm:cxn modelId="{51763A5C-247C-459F-B89A-E8701C9C906D}" type="presOf" srcId="{FE09F867-356E-4A86-9376-6B74738C7060}" destId="{B9A1C0C6-4618-4437-9C56-F4812398DAC0}" srcOrd="0" destOrd="0" presId="urn:microsoft.com/office/officeart/2005/8/layout/vList5"/>
    <dgm:cxn modelId="{D69C0166-E957-4BAF-9992-F8A9A9108A72}" type="presOf" srcId="{A8C8A24B-03E5-40CF-BB49-47EACCD4399E}" destId="{2A16C2AD-29B4-4CD6-93E2-F67287C70DA3}" srcOrd="0" destOrd="1" presId="urn:microsoft.com/office/officeart/2005/8/layout/vList5"/>
    <dgm:cxn modelId="{ADC89769-D45E-4516-A357-66FBE49E33C1}" srcId="{26E01D86-5D86-472F-B594-F162F0AD9E31}" destId="{FEAA5BDA-672A-4DF5-91C6-473B5981FCBA}" srcOrd="0" destOrd="0" parTransId="{1F45FD78-B003-44A1-B128-E9346B0FD105}" sibTransId="{F528648F-BD0F-4CCA-A484-41DDFABED178}"/>
    <dgm:cxn modelId="{0F482670-C718-4B29-A7E1-BE4B8D8A5A51}" srcId="{FE09F867-356E-4A86-9376-6B74738C7060}" destId="{6557E7A1-99FB-4DFC-A27E-0BBB183C1E34}" srcOrd="0" destOrd="0" parTransId="{545882FD-118F-4516-B354-8A6B08F2DF37}" sibTransId="{AA226E27-1971-4250-AECD-85097474363F}"/>
    <dgm:cxn modelId="{B93EE57F-F060-4FF2-A4F0-267BCBBE02E0}" srcId="{FEAA5BDA-672A-4DF5-91C6-473B5981FCBA}" destId="{A8C8A24B-03E5-40CF-BB49-47EACCD4399E}" srcOrd="1" destOrd="0" parTransId="{451F7D7E-6748-49C6-B824-FDD3AF7BC20B}" sibTransId="{6C30073E-E8A9-4835-8C33-647BE845361C}"/>
    <dgm:cxn modelId="{E3F1E198-58AF-4234-9E80-008D281B901C}" srcId="{FEAA5BDA-672A-4DF5-91C6-473B5981FCBA}" destId="{E71B3EAC-789E-4F22-A77E-F9332E8BEA6C}" srcOrd="2" destOrd="0" parTransId="{3D7EF9E7-791D-4935-ADAA-6A6DA52CD985}" sibTransId="{E147932C-FF14-4FC1-960D-17A3A852FAD5}"/>
    <dgm:cxn modelId="{09F030A0-A185-481F-B244-08AE20A6ED64}" srcId="{FEAA5BDA-672A-4DF5-91C6-473B5981FCBA}" destId="{776F06EF-0C65-41C3-ACFF-D077891483CF}" srcOrd="0" destOrd="0" parTransId="{32681FBA-6177-46BD-83A2-0D5335F42C0F}" sibTransId="{1583C9D2-3B21-49CF-8BB2-A72C59E3C104}"/>
    <dgm:cxn modelId="{E0F962A0-FD8D-419E-AA1A-08ACA0031A97}" type="presOf" srcId="{776F06EF-0C65-41C3-ACFF-D077891483CF}" destId="{2A16C2AD-29B4-4CD6-93E2-F67287C70DA3}" srcOrd="0" destOrd="0" presId="urn:microsoft.com/office/officeart/2005/8/layout/vList5"/>
    <dgm:cxn modelId="{5CB3A2A6-AC3E-49F1-A733-C6C715973165}" type="presOf" srcId="{26E01D86-5D86-472F-B594-F162F0AD9E31}" destId="{13E89EFF-08AC-4D0D-A0B1-9CD90E7558AB}" srcOrd="0" destOrd="0" presId="urn:microsoft.com/office/officeart/2005/8/layout/vList5"/>
    <dgm:cxn modelId="{C485E2A6-9344-4863-8231-EF8C1B60B575}" type="presOf" srcId="{FEAA5BDA-672A-4DF5-91C6-473B5981FCBA}" destId="{F47B8E67-94E2-4C87-8A4B-5483DD4FD64B}" srcOrd="0" destOrd="0" presId="urn:microsoft.com/office/officeart/2005/8/layout/vList5"/>
    <dgm:cxn modelId="{EBD96FB1-CD9B-43E2-9249-DD1D86750DF2}" type="presOf" srcId="{11DEE94C-ECD5-48D3-B755-512618C4CEEA}" destId="{2A16C2AD-29B4-4CD6-93E2-F67287C70DA3}" srcOrd="0" destOrd="3" presId="urn:microsoft.com/office/officeart/2005/8/layout/vList5"/>
    <dgm:cxn modelId="{A4C299BD-1742-4C9E-986A-CEC21BBD6D83}" type="presOf" srcId="{66AB81B5-78C3-4FC4-9BB5-2C9DF3C7AF94}" destId="{3E9793E0-702D-4D3B-8E74-F767DDD5947F}" srcOrd="0" destOrd="2" presId="urn:microsoft.com/office/officeart/2005/8/layout/vList5"/>
    <dgm:cxn modelId="{3EE890D6-E6E8-4372-A40E-A34B3EAE7C11}" srcId="{26E01D86-5D86-472F-B594-F162F0AD9E31}" destId="{FE09F867-356E-4A86-9376-6B74738C7060}" srcOrd="1" destOrd="0" parTransId="{5AF04E23-90CD-4F3D-B32B-93B9B3B44417}" sibTransId="{B7700A7D-9A9C-45D7-A6E5-7C0B62F6D33F}"/>
    <dgm:cxn modelId="{A3AD05E6-7474-48C3-94D7-5F700B6B2401}" type="presOf" srcId="{E71B3EAC-789E-4F22-A77E-F9332E8BEA6C}" destId="{2A16C2AD-29B4-4CD6-93E2-F67287C70DA3}" srcOrd="0" destOrd="2" presId="urn:microsoft.com/office/officeart/2005/8/layout/vList5"/>
    <dgm:cxn modelId="{4BDDA2E8-E7D7-4042-BBC2-85906C3B346E}" type="presOf" srcId="{D7C18EB5-4575-463D-A4AB-6FF24491425D}" destId="{3E9793E0-702D-4D3B-8E74-F767DDD5947F}" srcOrd="0" destOrd="1" presId="urn:microsoft.com/office/officeart/2005/8/layout/vList5"/>
    <dgm:cxn modelId="{59CC5030-BA7E-4C9F-82FB-93F797058203}" type="presParOf" srcId="{13E89EFF-08AC-4D0D-A0B1-9CD90E7558AB}" destId="{D2DCEE37-EE9F-4DE0-8EE8-C2B8FF629C13}" srcOrd="0" destOrd="0" presId="urn:microsoft.com/office/officeart/2005/8/layout/vList5"/>
    <dgm:cxn modelId="{7B2D2119-79D1-43BD-98AF-0C7B9E11A29C}" type="presParOf" srcId="{D2DCEE37-EE9F-4DE0-8EE8-C2B8FF629C13}" destId="{F47B8E67-94E2-4C87-8A4B-5483DD4FD64B}" srcOrd="0" destOrd="0" presId="urn:microsoft.com/office/officeart/2005/8/layout/vList5"/>
    <dgm:cxn modelId="{961D1257-25F8-4E8A-A36D-2A211F5199C9}" type="presParOf" srcId="{D2DCEE37-EE9F-4DE0-8EE8-C2B8FF629C13}" destId="{2A16C2AD-29B4-4CD6-93E2-F67287C70DA3}" srcOrd="1" destOrd="0" presId="urn:microsoft.com/office/officeart/2005/8/layout/vList5"/>
    <dgm:cxn modelId="{B52AC128-2B4D-4A7D-BE9D-D17AB65BB694}" type="presParOf" srcId="{13E89EFF-08AC-4D0D-A0B1-9CD90E7558AB}" destId="{34B437F1-B06A-43BC-990B-13CC76E8AD55}" srcOrd="1" destOrd="0" presId="urn:microsoft.com/office/officeart/2005/8/layout/vList5"/>
    <dgm:cxn modelId="{32F783F8-11C5-49DF-9F16-DBCF0AA4876E}" type="presParOf" srcId="{13E89EFF-08AC-4D0D-A0B1-9CD90E7558AB}" destId="{2B9D659D-0BE5-4A48-8B59-F4CD632803E1}" srcOrd="2" destOrd="0" presId="urn:microsoft.com/office/officeart/2005/8/layout/vList5"/>
    <dgm:cxn modelId="{E8C1FAC3-B702-4798-8CAC-B03D8CCF392C}" type="presParOf" srcId="{2B9D659D-0BE5-4A48-8B59-F4CD632803E1}" destId="{B9A1C0C6-4618-4437-9C56-F4812398DAC0}" srcOrd="0" destOrd="0" presId="urn:microsoft.com/office/officeart/2005/8/layout/vList5"/>
    <dgm:cxn modelId="{B2E57488-22E6-4EF3-A070-6E42DB7711BF}" type="presParOf" srcId="{2B9D659D-0BE5-4A48-8B59-F4CD632803E1}" destId="{3E9793E0-702D-4D3B-8E74-F767DDD5947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8E62F55-FA42-41E2-8031-0468DCB31368}" type="doc">
      <dgm:prSet loTypeId="urn:microsoft.com/office/officeart/2005/8/layout/arrow3" loCatId="relationship" qsTypeId="urn:microsoft.com/office/officeart/2005/8/quickstyle/simple1" qsCatId="simple" csTypeId="urn:microsoft.com/office/officeart/2005/8/colors/colorful2" csCatId="colorful"/>
      <dgm:spPr/>
      <dgm:t>
        <a:bodyPr/>
        <a:lstStyle/>
        <a:p>
          <a:endParaRPr lang="en-AU"/>
        </a:p>
      </dgm:t>
    </dgm:pt>
    <dgm:pt modelId="{E766E1A9-0BBC-4BAC-A61C-7172440C1E59}">
      <dgm:prSet/>
      <dgm:spPr/>
      <dgm:t>
        <a:bodyPr/>
        <a:lstStyle/>
        <a:p>
          <a:pPr rtl="0"/>
          <a:r>
            <a:rPr lang="en-GB"/>
            <a:t>What do users want? </a:t>
          </a:r>
          <a:endParaRPr lang="en-AU"/>
        </a:p>
      </dgm:t>
    </dgm:pt>
    <dgm:pt modelId="{DF2DC571-90A5-4845-9688-D0D5B14D07B5}" type="parTrans" cxnId="{88029728-69E3-48B2-B6B2-C363C9D82B04}">
      <dgm:prSet/>
      <dgm:spPr/>
      <dgm:t>
        <a:bodyPr/>
        <a:lstStyle/>
        <a:p>
          <a:endParaRPr lang="en-AU"/>
        </a:p>
      </dgm:t>
    </dgm:pt>
    <dgm:pt modelId="{A2E0191D-FC8D-48B9-8A55-F273E06B0714}" type="sibTrans" cxnId="{88029728-69E3-48B2-B6B2-C363C9D82B04}">
      <dgm:prSet/>
      <dgm:spPr/>
      <dgm:t>
        <a:bodyPr/>
        <a:lstStyle/>
        <a:p>
          <a:endParaRPr lang="en-AU"/>
        </a:p>
      </dgm:t>
    </dgm:pt>
    <dgm:pt modelId="{09642BA3-71C1-4AFC-A1E3-76D7E8D017BA}">
      <dgm:prSet/>
      <dgm:spPr/>
      <dgm:t>
        <a:bodyPr/>
        <a:lstStyle/>
        <a:p>
          <a:pPr rtl="0"/>
          <a:r>
            <a:rPr lang="en-GB" dirty="0"/>
            <a:t>What do users </a:t>
          </a:r>
          <a:r>
            <a:rPr lang="ja-JP" dirty="0"/>
            <a:t>‘</a:t>
          </a:r>
          <a:r>
            <a:rPr lang="en-GB" dirty="0"/>
            <a:t>need</a:t>
          </a:r>
          <a:r>
            <a:rPr lang="ja-JP" dirty="0"/>
            <a:t>’</a:t>
          </a:r>
          <a:r>
            <a:rPr lang="en-GB" dirty="0"/>
            <a:t>? </a:t>
          </a:r>
          <a:endParaRPr lang="en-AU" dirty="0"/>
        </a:p>
      </dgm:t>
    </dgm:pt>
    <dgm:pt modelId="{00D9CB78-ABC0-445A-96CE-94860DD2BB62}" type="parTrans" cxnId="{54712D58-7105-40DA-A393-3A4644DE1EC3}">
      <dgm:prSet/>
      <dgm:spPr/>
      <dgm:t>
        <a:bodyPr/>
        <a:lstStyle/>
        <a:p>
          <a:endParaRPr lang="en-AU"/>
        </a:p>
      </dgm:t>
    </dgm:pt>
    <dgm:pt modelId="{30590AA3-3E80-47BF-9B01-62D230B28A5B}" type="sibTrans" cxnId="{54712D58-7105-40DA-A393-3A4644DE1EC3}">
      <dgm:prSet/>
      <dgm:spPr/>
      <dgm:t>
        <a:bodyPr/>
        <a:lstStyle/>
        <a:p>
          <a:endParaRPr lang="en-AU"/>
        </a:p>
      </dgm:t>
    </dgm:pt>
    <dgm:pt modelId="{A6C461DA-FA75-432D-B63C-A9AC13105325}" type="pres">
      <dgm:prSet presAssocID="{D8E62F55-FA42-41E2-8031-0468DCB31368}" presName="compositeShape" presStyleCnt="0">
        <dgm:presLayoutVars>
          <dgm:chMax val="2"/>
          <dgm:dir/>
          <dgm:resizeHandles val="exact"/>
        </dgm:presLayoutVars>
      </dgm:prSet>
      <dgm:spPr/>
    </dgm:pt>
    <dgm:pt modelId="{4520934C-7B12-4245-BF05-DE862B937D56}" type="pres">
      <dgm:prSet presAssocID="{D8E62F55-FA42-41E2-8031-0468DCB31368}" presName="divider" presStyleLbl="fgShp" presStyleIdx="0" presStyleCnt="1"/>
      <dgm:spPr/>
    </dgm:pt>
    <dgm:pt modelId="{9A1AC021-8573-4327-B691-603CF88A3021}" type="pres">
      <dgm:prSet presAssocID="{E766E1A9-0BBC-4BAC-A61C-7172440C1E59}" presName="downArrow" presStyleLbl="node1" presStyleIdx="0" presStyleCnt="2"/>
      <dgm:spPr/>
    </dgm:pt>
    <dgm:pt modelId="{6132C392-3828-4B4F-8F53-2EBD6D34F1E6}" type="pres">
      <dgm:prSet presAssocID="{E766E1A9-0BBC-4BAC-A61C-7172440C1E59}" presName="downArrowText" presStyleLbl="revTx" presStyleIdx="0" presStyleCnt="2">
        <dgm:presLayoutVars>
          <dgm:bulletEnabled val="1"/>
        </dgm:presLayoutVars>
      </dgm:prSet>
      <dgm:spPr/>
    </dgm:pt>
    <dgm:pt modelId="{C29F72ED-E1DE-4A0D-8785-3FDAFD18CE7C}" type="pres">
      <dgm:prSet presAssocID="{09642BA3-71C1-4AFC-A1E3-76D7E8D017BA}" presName="upArrow" presStyleLbl="node1" presStyleIdx="1" presStyleCnt="2"/>
      <dgm:spPr/>
    </dgm:pt>
    <dgm:pt modelId="{9A9946CC-3922-40D1-8B13-FF0C1124AD85}" type="pres">
      <dgm:prSet presAssocID="{09642BA3-71C1-4AFC-A1E3-76D7E8D017BA}" presName="upArrowText" presStyleLbl="revTx" presStyleIdx="1" presStyleCnt="2">
        <dgm:presLayoutVars>
          <dgm:bulletEnabled val="1"/>
        </dgm:presLayoutVars>
      </dgm:prSet>
      <dgm:spPr/>
    </dgm:pt>
  </dgm:ptLst>
  <dgm:cxnLst>
    <dgm:cxn modelId="{88029728-69E3-48B2-B6B2-C363C9D82B04}" srcId="{D8E62F55-FA42-41E2-8031-0468DCB31368}" destId="{E766E1A9-0BBC-4BAC-A61C-7172440C1E59}" srcOrd="0" destOrd="0" parTransId="{DF2DC571-90A5-4845-9688-D0D5B14D07B5}" sibTransId="{A2E0191D-FC8D-48B9-8A55-F273E06B0714}"/>
    <dgm:cxn modelId="{54712D58-7105-40DA-A393-3A4644DE1EC3}" srcId="{D8E62F55-FA42-41E2-8031-0468DCB31368}" destId="{09642BA3-71C1-4AFC-A1E3-76D7E8D017BA}" srcOrd="1" destOrd="0" parTransId="{00D9CB78-ABC0-445A-96CE-94860DD2BB62}" sibTransId="{30590AA3-3E80-47BF-9B01-62D230B28A5B}"/>
    <dgm:cxn modelId="{8BF6845B-3270-46BD-A55B-9CFC16F2EA5A}" type="presOf" srcId="{D8E62F55-FA42-41E2-8031-0468DCB31368}" destId="{A6C461DA-FA75-432D-B63C-A9AC13105325}" srcOrd="0" destOrd="0" presId="urn:microsoft.com/office/officeart/2005/8/layout/arrow3"/>
    <dgm:cxn modelId="{D35DB2E8-A522-4959-9CC1-396F99442CF8}" type="presOf" srcId="{09642BA3-71C1-4AFC-A1E3-76D7E8D017BA}" destId="{9A9946CC-3922-40D1-8B13-FF0C1124AD85}" srcOrd="0" destOrd="0" presId="urn:microsoft.com/office/officeart/2005/8/layout/arrow3"/>
    <dgm:cxn modelId="{A0E2A0FA-B5AF-47F1-A175-73C4D2A9D85D}" type="presOf" srcId="{E766E1A9-0BBC-4BAC-A61C-7172440C1E59}" destId="{6132C392-3828-4B4F-8F53-2EBD6D34F1E6}" srcOrd="0" destOrd="0" presId="urn:microsoft.com/office/officeart/2005/8/layout/arrow3"/>
    <dgm:cxn modelId="{55D42A81-43EA-4035-B646-8F2BF12265D8}" type="presParOf" srcId="{A6C461DA-FA75-432D-B63C-A9AC13105325}" destId="{4520934C-7B12-4245-BF05-DE862B937D56}" srcOrd="0" destOrd="0" presId="urn:microsoft.com/office/officeart/2005/8/layout/arrow3"/>
    <dgm:cxn modelId="{8512F0CE-153A-44AC-9481-1E3B7461D081}" type="presParOf" srcId="{A6C461DA-FA75-432D-B63C-A9AC13105325}" destId="{9A1AC021-8573-4327-B691-603CF88A3021}" srcOrd="1" destOrd="0" presId="urn:microsoft.com/office/officeart/2005/8/layout/arrow3"/>
    <dgm:cxn modelId="{969D1C63-80B5-4F40-A330-928D788CC224}" type="presParOf" srcId="{A6C461DA-FA75-432D-B63C-A9AC13105325}" destId="{6132C392-3828-4B4F-8F53-2EBD6D34F1E6}" srcOrd="2" destOrd="0" presId="urn:microsoft.com/office/officeart/2005/8/layout/arrow3"/>
    <dgm:cxn modelId="{8AF39762-C77A-4ECB-AFA7-4960C8A8079F}" type="presParOf" srcId="{A6C461DA-FA75-432D-B63C-A9AC13105325}" destId="{C29F72ED-E1DE-4A0D-8785-3FDAFD18CE7C}" srcOrd="3" destOrd="0" presId="urn:microsoft.com/office/officeart/2005/8/layout/arrow3"/>
    <dgm:cxn modelId="{F153B20B-2059-4418-9D3A-2C0880B299B1}" type="presParOf" srcId="{A6C461DA-FA75-432D-B63C-A9AC13105325}" destId="{9A9946CC-3922-40D1-8B13-FF0C1124AD85}" srcOrd="4" destOrd="0" presId="urn:microsoft.com/office/officeart/2005/8/layout/arrow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856CD-CE1D-46B7-B6AF-33BC05A5AC34}">
      <dsp:nvSpPr>
        <dsp:cNvPr id="0" name=""/>
        <dsp:cNvSpPr/>
      </dsp:nvSpPr>
      <dsp:spPr>
        <a:xfrm>
          <a:off x="0" y="294540"/>
          <a:ext cx="6172199" cy="3528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2678EE-0C20-4600-B03D-FEDEE8DA0234}">
      <dsp:nvSpPr>
        <dsp:cNvPr id="0" name=""/>
        <dsp:cNvSpPr/>
      </dsp:nvSpPr>
      <dsp:spPr>
        <a:xfrm>
          <a:off x="308610" y="87900"/>
          <a:ext cx="4320540" cy="41328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622300">
            <a:lnSpc>
              <a:spcPct val="90000"/>
            </a:lnSpc>
            <a:spcBef>
              <a:spcPct val="0"/>
            </a:spcBef>
            <a:spcAft>
              <a:spcPct val="35000"/>
            </a:spcAft>
            <a:buNone/>
          </a:pPr>
          <a:r>
            <a:rPr lang="en-AU" sz="1400" kern="1200" dirty="0"/>
            <a:t>Brief review of last week</a:t>
          </a:r>
        </a:p>
      </dsp:txBody>
      <dsp:txXfrm>
        <a:off x="328785" y="108075"/>
        <a:ext cx="4280190" cy="372930"/>
      </dsp:txXfrm>
    </dsp:sp>
    <dsp:sp modelId="{9B8E1794-06BF-7B49-94B0-069E343A0F7B}">
      <dsp:nvSpPr>
        <dsp:cNvPr id="0" name=""/>
        <dsp:cNvSpPr/>
      </dsp:nvSpPr>
      <dsp:spPr>
        <a:xfrm>
          <a:off x="0" y="929580"/>
          <a:ext cx="6172199" cy="12789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31" tIns="291592" rIns="479031" bIns="99568" numCol="1" spcCol="1270" anchor="t" anchorCtr="0">
          <a:noAutofit/>
        </a:bodyPr>
        <a:lstStyle/>
        <a:p>
          <a:pPr marL="114300" lvl="1" indent="-114300" algn="l" defTabSz="622300">
            <a:lnSpc>
              <a:spcPct val="90000"/>
            </a:lnSpc>
            <a:spcBef>
              <a:spcPct val="0"/>
            </a:spcBef>
            <a:spcAft>
              <a:spcPct val="15000"/>
            </a:spcAft>
            <a:buChar char="•"/>
          </a:pPr>
          <a:r>
            <a:rPr lang="en-AU" sz="1400" kern="1200" dirty="0"/>
            <a:t>Scenarios and Personas</a:t>
          </a:r>
        </a:p>
        <a:p>
          <a:pPr marL="114300" lvl="1" indent="-114300" algn="l" defTabSz="622300">
            <a:lnSpc>
              <a:spcPct val="90000"/>
            </a:lnSpc>
            <a:spcBef>
              <a:spcPct val="0"/>
            </a:spcBef>
            <a:spcAft>
              <a:spcPct val="15000"/>
            </a:spcAft>
            <a:buChar char="•"/>
          </a:pPr>
          <a:r>
            <a:rPr lang="en-AU" sz="1400" kern="1200" dirty="0"/>
            <a:t>Style Guides</a:t>
          </a:r>
        </a:p>
        <a:p>
          <a:pPr marL="114300" lvl="1" indent="-114300" algn="l" defTabSz="622300">
            <a:lnSpc>
              <a:spcPct val="90000"/>
            </a:lnSpc>
            <a:spcBef>
              <a:spcPct val="0"/>
            </a:spcBef>
            <a:spcAft>
              <a:spcPct val="15000"/>
            </a:spcAft>
            <a:buChar char="•"/>
          </a:pPr>
          <a:r>
            <a:rPr lang="en-AU" sz="1400" kern="1200" dirty="0"/>
            <a:t>Card Sorts</a:t>
          </a:r>
        </a:p>
        <a:p>
          <a:pPr marL="114300" lvl="1" indent="-114300" algn="l" defTabSz="622300">
            <a:lnSpc>
              <a:spcPct val="90000"/>
            </a:lnSpc>
            <a:spcBef>
              <a:spcPct val="0"/>
            </a:spcBef>
            <a:spcAft>
              <a:spcPct val="15000"/>
            </a:spcAft>
            <a:buChar char="•"/>
          </a:pPr>
          <a:r>
            <a:rPr lang="en-US" sz="1400" kern="1200" dirty="0"/>
            <a:t>Hierarchical Task Analysis (HTA) </a:t>
          </a:r>
          <a:endParaRPr lang="en-AU" sz="1400" kern="1200" dirty="0"/>
        </a:p>
      </dsp:txBody>
      <dsp:txXfrm>
        <a:off x="0" y="929580"/>
        <a:ext cx="6172199" cy="1278900"/>
      </dsp:txXfrm>
    </dsp:sp>
    <dsp:sp modelId="{E5D564A7-B3C7-C342-8D06-0C5BC35CF45B}">
      <dsp:nvSpPr>
        <dsp:cNvPr id="0" name=""/>
        <dsp:cNvSpPr/>
      </dsp:nvSpPr>
      <dsp:spPr>
        <a:xfrm>
          <a:off x="308610" y="722940"/>
          <a:ext cx="4320540" cy="41328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622300">
            <a:lnSpc>
              <a:spcPct val="90000"/>
            </a:lnSpc>
            <a:spcBef>
              <a:spcPct val="0"/>
            </a:spcBef>
            <a:spcAft>
              <a:spcPct val="35000"/>
            </a:spcAft>
            <a:buNone/>
          </a:pPr>
          <a:r>
            <a:rPr lang="en-AU" sz="1400" kern="1200" dirty="0"/>
            <a:t>Beyond Requirements for UI/UX</a:t>
          </a:r>
        </a:p>
      </dsp:txBody>
      <dsp:txXfrm>
        <a:off x="328785" y="743115"/>
        <a:ext cx="4280190" cy="372930"/>
      </dsp:txXfrm>
    </dsp:sp>
    <dsp:sp modelId="{8A3D27F3-4737-A44C-96F6-C2FBCAAA4E45}">
      <dsp:nvSpPr>
        <dsp:cNvPr id="0" name=""/>
        <dsp:cNvSpPr/>
      </dsp:nvSpPr>
      <dsp:spPr>
        <a:xfrm>
          <a:off x="0" y="2490721"/>
          <a:ext cx="6172199" cy="81585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79031" tIns="291592" rIns="479031" bIns="99568" numCol="1" spcCol="1270" anchor="t" anchorCtr="0">
          <a:noAutofit/>
        </a:bodyPr>
        <a:lstStyle/>
        <a:p>
          <a:pPr marL="114300" lvl="1" indent="-114300" algn="l" defTabSz="622300">
            <a:lnSpc>
              <a:spcPct val="90000"/>
            </a:lnSpc>
            <a:spcBef>
              <a:spcPct val="0"/>
            </a:spcBef>
            <a:spcAft>
              <a:spcPct val="15000"/>
            </a:spcAft>
            <a:buChar char="•"/>
          </a:pPr>
          <a:r>
            <a:rPr lang="en-AU" sz="1400" kern="1200" dirty="0"/>
            <a:t>Card Sort</a:t>
          </a:r>
        </a:p>
        <a:p>
          <a:pPr marL="114300" lvl="1" indent="-114300" algn="l" defTabSz="622300">
            <a:lnSpc>
              <a:spcPct val="90000"/>
            </a:lnSpc>
            <a:spcBef>
              <a:spcPct val="0"/>
            </a:spcBef>
            <a:spcAft>
              <a:spcPct val="15000"/>
            </a:spcAft>
            <a:buChar char="•"/>
          </a:pPr>
          <a:r>
            <a:rPr lang="en-AU" sz="1400" kern="1200" dirty="0"/>
            <a:t>HTA</a:t>
          </a:r>
        </a:p>
      </dsp:txBody>
      <dsp:txXfrm>
        <a:off x="0" y="2490721"/>
        <a:ext cx="6172199" cy="815850"/>
      </dsp:txXfrm>
    </dsp:sp>
    <dsp:sp modelId="{3A99ACC2-7E55-D647-9A59-7CC7F36AB9F3}">
      <dsp:nvSpPr>
        <dsp:cNvPr id="0" name=""/>
        <dsp:cNvSpPr/>
      </dsp:nvSpPr>
      <dsp:spPr>
        <a:xfrm>
          <a:off x="308610" y="2284080"/>
          <a:ext cx="4320540" cy="41328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306" tIns="0" rIns="163306" bIns="0" numCol="1" spcCol="1270" anchor="ctr" anchorCtr="0">
          <a:noAutofit/>
        </a:bodyPr>
        <a:lstStyle/>
        <a:p>
          <a:pPr marL="0" lvl="0" indent="0" algn="l" defTabSz="622300">
            <a:lnSpc>
              <a:spcPct val="90000"/>
            </a:lnSpc>
            <a:spcBef>
              <a:spcPct val="0"/>
            </a:spcBef>
            <a:spcAft>
              <a:spcPct val="35000"/>
            </a:spcAft>
            <a:buNone/>
          </a:pPr>
          <a:r>
            <a:rPr lang="en-AU" sz="1400" kern="1200" dirty="0"/>
            <a:t>Class Activities</a:t>
          </a:r>
        </a:p>
      </dsp:txBody>
      <dsp:txXfrm>
        <a:off x="328785" y="2304255"/>
        <a:ext cx="4280190"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A4CF2-73C5-4142-B601-C383F0989595}">
      <dsp:nvSpPr>
        <dsp:cNvPr id="0" name=""/>
        <dsp:cNvSpPr/>
      </dsp:nvSpPr>
      <dsp:spPr>
        <a:xfrm>
          <a:off x="0" y="5866"/>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dirty="0"/>
            <a:t>Other systems / Processes (Market Analysis)</a:t>
          </a:r>
          <a:endParaRPr lang="en-AU" sz="1500" kern="1200" dirty="0"/>
        </a:p>
      </dsp:txBody>
      <dsp:txXfrm>
        <a:off x="17563" y="23429"/>
        <a:ext cx="7244848" cy="324648"/>
      </dsp:txXfrm>
    </dsp:sp>
    <dsp:sp modelId="{A42C2F90-41A3-BF49-9E27-FAA3CD4F718E}">
      <dsp:nvSpPr>
        <dsp:cNvPr id="0" name=""/>
        <dsp:cNvSpPr/>
      </dsp:nvSpPr>
      <dsp:spPr>
        <a:xfrm>
          <a:off x="0" y="408841"/>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a:t>Business Documents</a:t>
          </a:r>
          <a:endParaRPr lang="en-AU" sz="1500" kern="1200"/>
        </a:p>
      </dsp:txBody>
      <dsp:txXfrm>
        <a:off x="17563" y="426404"/>
        <a:ext cx="7244848" cy="324648"/>
      </dsp:txXfrm>
    </dsp:sp>
    <dsp:sp modelId="{C98E4A34-C14E-0341-8AC9-0A52B4E3E1D8}">
      <dsp:nvSpPr>
        <dsp:cNvPr id="0" name=""/>
        <dsp:cNvSpPr/>
      </dsp:nvSpPr>
      <dsp:spPr>
        <a:xfrm>
          <a:off x="0" y="811816"/>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a:t>Observation</a:t>
          </a:r>
          <a:endParaRPr lang="en-AU" sz="1500" kern="1200"/>
        </a:p>
      </dsp:txBody>
      <dsp:txXfrm>
        <a:off x="17563" y="829379"/>
        <a:ext cx="7244848" cy="324648"/>
      </dsp:txXfrm>
    </dsp:sp>
    <dsp:sp modelId="{78D9B4E8-50CF-7D45-B39D-926256A70E6C}">
      <dsp:nvSpPr>
        <dsp:cNvPr id="0" name=""/>
        <dsp:cNvSpPr/>
      </dsp:nvSpPr>
      <dsp:spPr>
        <a:xfrm>
          <a:off x="0" y="1214791"/>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dirty="0"/>
            <a:t>Interviews</a:t>
          </a:r>
          <a:endParaRPr lang="en-AU" sz="1500" kern="1200" dirty="0"/>
        </a:p>
      </dsp:txBody>
      <dsp:txXfrm>
        <a:off x="17563" y="1232354"/>
        <a:ext cx="7244848" cy="324648"/>
      </dsp:txXfrm>
    </dsp:sp>
    <dsp:sp modelId="{A0F64435-14FE-6E4B-978A-CC06FDF93C56}">
      <dsp:nvSpPr>
        <dsp:cNvPr id="0" name=""/>
        <dsp:cNvSpPr/>
      </dsp:nvSpPr>
      <dsp:spPr>
        <a:xfrm>
          <a:off x="0" y="1574566"/>
          <a:ext cx="7279974" cy="62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1139" tIns="19050" rIns="106680" bIns="19050" numCol="1" spcCol="1270" anchor="t" anchorCtr="0">
          <a:noAutofit/>
        </a:bodyPr>
        <a:lstStyle/>
        <a:p>
          <a:pPr marL="114300" lvl="1" indent="-114300" algn="l" defTabSz="533400">
            <a:lnSpc>
              <a:spcPct val="90000"/>
            </a:lnSpc>
            <a:spcBef>
              <a:spcPct val="0"/>
            </a:spcBef>
            <a:spcAft>
              <a:spcPct val="20000"/>
            </a:spcAft>
            <a:buChar char="•"/>
          </a:pPr>
          <a:r>
            <a:rPr lang="en-AU" sz="1200" kern="1200" dirty="0"/>
            <a:t>Formal One-on-one</a:t>
          </a:r>
        </a:p>
        <a:p>
          <a:pPr marL="114300" lvl="1" indent="-114300" algn="l" defTabSz="533400">
            <a:lnSpc>
              <a:spcPct val="90000"/>
            </a:lnSpc>
            <a:spcBef>
              <a:spcPct val="0"/>
            </a:spcBef>
            <a:spcAft>
              <a:spcPct val="20000"/>
            </a:spcAft>
            <a:buChar char="•"/>
          </a:pPr>
          <a:r>
            <a:rPr lang="en-AU" sz="1200" b="0" i="0" kern="1200" dirty="0"/>
            <a:t>Focus groups</a:t>
          </a:r>
          <a:endParaRPr lang="en-AU" sz="1200" kern="1200" dirty="0"/>
        </a:p>
        <a:p>
          <a:pPr marL="114300" lvl="1" indent="-114300" algn="l" defTabSz="533400">
            <a:lnSpc>
              <a:spcPct val="90000"/>
            </a:lnSpc>
            <a:spcBef>
              <a:spcPct val="0"/>
            </a:spcBef>
            <a:spcAft>
              <a:spcPct val="20000"/>
            </a:spcAft>
            <a:buChar char="•"/>
          </a:pPr>
          <a:r>
            <a:rPr lang="en-AU" sz="1200" kern="1200" dirty="0"/>
            <a:t>Brainstorming</a:t>
          </a:r>
        </a:p>
      </dsp:txBody>
      <dsp:txXfrm>
        <a:off x="0" y="1574566"/>
        <a:ext cx="7279974" cy="621000"/>
      </dsp:txXfrm>
    </dsp:sp>
    <dsp:sp modelId="{3E4799D5-BBA0-234F-BC64-775955440B52}">
      <dsp:nvSpPr>
        <dsp:cNvPr id="0" name=""/>
        <dsp:cNvSpPr/>
      </dsp:nvSpPr>
      <dsp:spPr>
        <a:xfrm>
          <a:off x="0" y="2195566"/>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a:t>Questionnaires</a:t>
          </a:r>
          <a:endParaRPr lang="en-AU" sz="1500" kern="1200"/>
        </a:p>
      </dsp:txBody>
      <dsp:txXfrm>
        <a:off x="17563" y="2213129"/>
        <a:ext cx="7244848" cy="324648"/>
      </dsp:txXfrm>
    </dsp:sp>
    <dsp:sp modelId="{3C176E7E-66DD-9E4B-98A1-6AC451D3B836}">
      <dsp:nvSpPr>
        <dsp:cNvPr id="0" name=""/>
        <dsp:cNvSpPr/>
      </dsp:nvSpPr>
      <dsp:spPr>
        <a:xfrm>
          <a:off x="0" y="2598541"/>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dirty="0"/>
            <a:t>Use case analysis (for new systems being built)</a:t>
          </a:r>
          <a:endParaRPr lang="en-AU" sz="1500" kern="1200" dirty="0"/>
        </a:p>
      </dsp:txBody>
      <dsp:txXfrm>
        <a:off x="17563" y="2616104"/>
        <a:ext cx="7244848" cy="324648"/>
      </dsp:txXfrm>
    </dsp:sp>
    <dsp:sp modelId="{B8091FDA-EDE8-6449-BC3D-B4FA5631295B}">
      <dsp:nvSpPr>
        <dsp:cNvPr id="0" name=""/>
        <dsp:cNvSpPr/>
      </dsp:nvSpPr>
      <dsp:spPr>
        <a:xfrm>
          <a:off x="0" y="3001516"/>
          <a:ext cx="7279974" cy="3597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AU" sz="1500" b="0" i="0" kern="1200" dirty="0"/>
            <a:t>Requests for {information, proposals, tenders, quotation} </a:t>
          </a:r>
          <a:endParaRPr lang="en-AU" sz="1500" kern="1200" dirty="0"/>
        </a:p>
      </dsp:txBody>
      <dsp:txXfrm>
        <a:off x="17563" y="3019079"/>
        <a:ext cx="7244848" cy="3246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2061AD-50D9-4956-9BAC-844E56882FC4}">
      <dsp:nvSpPr>
        <dsp:cNvPr id="0" name=""/>
        <dsp:cNvSpPr/>
      </dsp:nvSpPr>
      <dsp:spPr>
        <a:xfrm>
          <a:off x="0" y="218558"/>
          <a:ext cx="5459981" cy="510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755" tIns="249936" rIns="423755"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t>expressed as numbers</a:t>
          </a:r>
          <a:endParaRPr lang="en-AU" sz="1200" kern="1200" dirty="0"/>
        </a:p>
      </dsp:txBody>
      <dsp:txXfrm>
        <a:off x="0" y="218558"/>
        <a:ext cx="5459981" cy="510300"/>
      </dsp:txXfrm>
    </dsp:sp>
    <dsp:sp modelId="{AE054401-EB04-4DA6-B118-674793CB8048}">
      <dsp:nvSpPr>
        <dsp:cNvPr id="0" name=""/>
        <dsp:cNvSpPr/>
      </dsp:nvSpPr>
      <dsp:spPr>
        <a:xfrm>
          <a:off x="272999" y="41438"/>
          <a:ext cx="3821986"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2" tIns="0" rIns="144462" bIns="0" numCol="1" spcCol="1270" anchor="ctr" anchorCtr="0">
          <a:noAutofit/>
        </a:bodyPr>
        <a:lstStyle/>
        <a:p>
          <a:pPr marL="0" lvl="0" indent="0" algn="l" defTabSz="533400" rtl="0">
            <a:lnSpc>
              <a:spcPct val="90000"/>
            </a:lnSpc>
            <a:spcBef>
              <a:spcPct val="0"/>
            </a:spcBef>
            <a:spcAft>
              <a:spcPct val="35000"/>
            </a:spcAft>
            <a:buNone/>
          </a:pPr>
          <a:r>
            <a:rPr lang="en-US" sz="1200" b="1" kern="1200" dirty="0"/>
            <a:t>Quantitative data</a:t>
          </a:r>
          <a:endParaRPr lang="en-AU" sz="1200" kern="1200" dirty="0"/>
        </a:p>
      </dsp:txBody>
      <dsp:txXfrm>
        <a:off x="290292" y="58731"/>
        <a:ext cx="3787400" cy="319654"/>
      </dsp:txXfrm>
    </dsp:sp>
    <dsp:sp modelId="{B32ACA3A-02AD-41B9-BBB4-D85C7E2051DB}">
      <dsp:nvSpPr>
        <dsp:cNvPr id="0" name=""/>
        <dsp:cNvSpPr/>
      </dsp:nvSpPr>
      <dsp:spPr>
        <a:xfrm>
          <a:off x="0" y="970778"/>
          <a:ext cx="5459981" cy="680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755" tIns="249936" rIns="423755"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dirty="0"/>
            <a:t>difficult to measure sensibly as numbers, e.g. count number of words to measure dissatisfaction</a:t>
          </a:r>
          <a:endParaRPr lang="en-AU" sz="1200" kern="1200" dirty="0"/>
        </a:p>
      </dsp:txBody>
      <dsp:txXfrm>
        <a:off x="0" y="970778"/>
        <a:ext cx="5459981" cy="680400"/>
      </dsp:txXfrm>
    </dsp:sp>
    <dsp:sp modelId="{DEE9E8A1-030D-4EF4-91AE-D07FEC4F0A5C}">
      <dsp:nvSpPr>
        <dsp:cNvPr id="0" name=""/>
        <dsp:cNvSpPr/>
      </dsp:nvSpPr>
      <dsp:spPr>
        <a:xfrm>
          <a:off x="272999" y="793658"/>
          <a:ext cx="3821986"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2" tIns="0" rIns="144462" bIns="0" numCol="1" spcCol="1270" anchor="ctr" anchorCtr="0">
          <a:noAutofit/>
        </a:bodyPr>
        <a:lstStyle/>
        <a:p>
          <a:pPr marL="0" lvl="0" indent="0" algn="l" defTabSz="533400" rtl="0">
            <a:lnSpc>
              <a:spcPct val="90000"/>
            </a:lnSpc>
            <a:spcBef>
              <a:spcPct val="0"/>
            </a:spcBef>
            <a:spcAft>
              <a:spcPct val="35000"/>
            </a:spcAft>
            <a:buNone/>
          </a:pPr>
          <a:r>
            <a:rPr lang="en-US" sz="1200" b="1" kern="1200" dirty="0"/>
            <a:t>Qualitative data</a:t>
          </a:r>
          <a:endParaRPr lang="en-AU" sz="1200" kern="1200" dirty="0"/>
        </a:p>
      </dsp:txBody>
      <dsp:txXfrm>
        <a:off x="290292" y="810951"/>
        <a:ext cx="3787400" cy="319654"/>
      </dsp:txXfrm>
    </dsp:sp>
    <dsp:sp modelId="{EE903326-233D-4F3E-B671-799529BC4554}">
      <dsp:nvSpPr>
        <dsp:cNvPr id="0" name=""/>
        <dsp:cNvSpPr/>
      </dsp:nvSpPr>
      <dsp:spPr>
        <a:xfrm>
          <a:off x="0" y="1893099"/>
          <a:ext cx="5459981" cy="5103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423755" tIns="249936" rIns="423755"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t>numerical </a:t>
          </a:r>
          <a:r>
            <a:rPr lang="en-US" sz="1200" kern="1200" dirty="0"/>
            <a:t>methods to ascertain size, magnitude, amount</a:t>
          </a:r>
          <a:endParaRPr lang="en-AU" sz="1200" kern="1200" dirty="0"/>
        </a:p>
      </dsp:txBody>
      <dsp:txXfrm>
        <a:off x="0" y="1893099"/>
        <a:ext cx="5459981" cy="510300"/>
      </dsp:txXfrm>
    </dsp:sp>
    <dsp:sp modelId="{ADE47F27-CD33-4136-BCD0-6A537C32CCA4}">
      <dsp:nvSpPr>
        <dsp:cNvPr id="0" name=""/>
        <dsp:cNvSpPr/>
      </dsp:nvSpPr>
      <dsp:spPr>
        <a:xfrm>
          <a:off x="272999" y="1715979"/>
          <a:ext cx="3821986" cy="354240"/>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2" tIns="0" rIns="144462" bIns="0" numCol="1" spcCol="1270" anchor="ctr" anchorCtr="0">
          <a:noAutofit/>
        </a:bodyPr>
        <a:lstStyle/>
        <a:p>
          <a:pPr marL="0" lvl="0" indent="0" algn="l" defTabSz="533400" rtl="0">
            <a:lnSpc>
              <a:spcPct val="90000"/>
            </a:lnSpc>
            <a:spcBef>
              <a:spcPct val="0"/>
            </a:spcBef>
            <a:spcAft>
              <a:spcPct val="35000"/>
            </a:spcAft>
            <a:buNone/>
          </a:pPr>
          <a:r>
            <a:rPr lang="en-US" sz="1200" b="1" kern="1200" dirty="0"/>
            <a:t>Quantitative analysis</a:t>
          </a:r>
          <a:endParaRPr lang="en-AU" sz="1200" kern="1200" dirty="0"/>
        </a:p>
      </dsp:txBody>
      <dsp:txXfrm>
        <a:off x="290292" y="1733272"/>
        <a:ext cx="3787400" cy="319654"/>
      </dsp:txXfrm>
    </dsp:sp>
    <dsp:sp modelId="{0603E9C6-E53B-493D-91E1-EA26CADD239A}">
      <dsp:nvSpPr>
        <dsp:cNvPr id="0" name=""/>
        <dsp:cNvSpPr/>
      </dsp:nvSpPr>
      <dsp:spPr>
        <a:xfrm>
          <a:off x="0" y="2645319"/>
          <a:ext cx="5459981" cy="680400"/>
        </a:xfrm>
        <a:prstGeom prst="rect">
          <a:avLst/>
        </a:prstGeom>
        <a:solidFill>
          <a:schemeClr val="lt1"/>
        </a:solidFill>
        <a:ln w="12700" cap="flat" cmpd="sng" algn="ctr">
          <a:solidFill>
            <a:schemeClr val="accent2"/>
          </a:solidFill>
          <a:prstDash val="solid"/>
          <a:miter lim="800000"/>
        </a:ln>
        <a:effectLst/>
      </dsp:spPr>
      <dsp:style>
        <a:lnRef idx="2">
          <a:schemeClr val="accent2"/>
        </a:lnRef>
        <a:fillRef idx="1">
          <a:schemeClr val="lt1"/>
        </a:fillRef>
        <a:effectRef idx="0">
          <a:schemeClr val="accent2"/>
        </a:effectRef>
        <a:fontRef idx="minor">
          <a:schemeClr val="dk1"/>
        </a:fontRef>
      </dsp:style>
      <dsp:txBody>
        <a:bodyPr spcFirstLastPara="0" vert="horz" wrap="square" lIns="423755" tIns="249936" rIns="423755"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t>expresses </a:t>
          </a:r>
          <a:r>
            <a:rPr lang="en-US" sz="1200" kern="1200" dirty="0"/>
            <a:t>the nature of elements and is represented as themes, patterns, stories</a:t>
          </a:r>
          <a:endParaRPr lang="en-AU" sz="1200" kern="1200" dirty="0"/>
        </a:p>
      </dsp:txBody>
      <dsp:txXfrm>
        <a:off x="0" y="2645319"/>
        <a:ext cx="5459981" cy="680400"/>
      </dsp:txXfrm>
    </dsp:sp>
    <dsp:sp modelId="{F68B6053-AAD0-4316-9BBF-A3081B75B30E}">
      <dsp:nvSpPr>
        <dsp:cNvPr id="0" name=""/>
        <dsp:cNvSpPr/>
      </dsp:nvSpPr>
      <dsp:spPr>
        <a:xfrm>
          <a:off x="272999" y="2468199"/>
          <a:ext cx="3821986" cy="354240"/>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2" tIns="0" rIns="144462" bIns="0" numCol="1" spcCol="1270" anchor="ctr" anchorCtr="0">
          <a:noAutofit/>
        </a:bodyPr>
        <a:lstStyle/>
        <a:p>
          <a:pPr marL="0" lvl="0" indent="0" algn="l" defTabSz="533400" rtl="0">
            <a:lnSpc>
              <a:spcPct val="90000"/>
            </a:lnSpc>
            <a:spcBef>
              <a:spcPct val="0"/>
            </a:spcBef>
            <a:spcAft>
              <a:spcPct val="35000"/>
            </a:spcAft>
            <a:buNone/>
          </a:pPr>
          <a:r>
            <a:rPr lang="en-US" sz="1200" b="1" kern="1200" dirty="0"/>
            <a:t>Qualitative analysis</a:t>
          </a:r>
          <a:endParaRPr lang="en-AU" sz="1200" kern="1200" dirty="0"/>
        </a:p>
      </dsp:txBody>
      <dsp:txXfrm>
        <a:off x="290292" y="2485492"/>
        <a:ext cx="3787400" cy="3196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C6B2BC-8CC8-464C-AFA5-7029C8A300B0}">
      <dsp:nvSpPr>
        <dsp:cNvPr id="0" name=""/>
        <dsp:cNvSpPr/>
      </dsp:nvSpPr>
      <dsp:spPr>
        <a:xfrm>
          <a:off x="0" y="10263"/>
          <a:ext cx="5460206"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kern="1200"/>
            <a:t>Create</a:t>
          </a:r>
          <a:endParaRPr lang="en-AU" sz="3200" kern="1200" dirty="0"/>
        </a:p>
      </dsp:txBody>
      <dsp:txXfrm>
        <a:off x="37467" y="47730"/>
        <a:ext cx="5385272" cy="692586"/>
      </dsp:txXfrm>
    </dsp:sp>
    <dsp:sp modelId="{8F11E83E-C7CC-4B45-B186-0C9BBBE495CE}">
      <dsp:nvSpPr>
        <dsp:cNvPr id="0" name=""/>
        <dsp:cNvSpPr/>
      </dsp:nvSpPr>
      <dsp:spPr>
        <a:xfrm>
          <a:off x="0" y="869943"/>
          <a:ext cx="5460206"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kern="1200" dirty="0"/>
            <a:t>Read</a:t>
          </a:r>
        </a:p>
      </dsp:txBody>
      <dsp:txXfrm>
        <a:off x="37467" y="907410"/>
        <a:ext cx="5385272" cy="692586"/>
      </dsp:txXfrm>
    </dsp:sp>
    <dsp:sp modelId="{0B51FA62-35DE-E04C-B061-DE39F0EE95A3}">
      <dsp:nvSpPr>
        <dsp:cNvPr id="0" name=""/>
        <dsp:cNvSpPr/>
      </dsp:nvSpPr>
      <dsp:spPr>
        <a:xfrm>
          <a:off x="0" y="1729623"/>
          <a:ext cx="5460206"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kern="1200" dirty="0"/>
            <a:t>Update</a:t>
          </a:r>
        </a:p>
      </dsp:txBody>
      <dsp:txXfrm>
        <a:off x="37467" y="1767090"/>
        <a:ext cx="5385272" cy="692586"/>
      </dsp:txXfrm>
    </dsp:sp>
    <dsp:sp modelId="{ABF4AFB7-144F-C044-895B-ABF49BC7DA27}">
      <dsp:nvSpPr>
        <dsp:cNvPr id="0" name=""/>
        <dsp:cNvSpPr/>
      </dsp:nvSpPr>
      <dsp:spPr>
        <a:xfrm>
          <a:off x="0" y="2589304"/>
          <a:ext cx="5460206"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AU" sz="3200" kern="1200" dirty="0"/>
            <a:t>Delete</a:t>
          </a:r>
        </a:p>
      </dsp:txBody>
      <dsp:txXfrm>
        <a:off x="37467" y="2626771"/>
        <a:ext cx="5385272" cy="692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A12A0-0101-4D26-BA84-C9B0F8EF5C18}">
      <dsp:nvSpPr>
        <dsp:cNvPr id="0" name=""/>
        <dsp:cNvSpPr/>
      </dsp:nvSpPr>
      <dsp:spPr>
        <a:xfrm>
          <a:off x="0" y="283436"/>
          <a:ext cx="5460206"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CE82F7-D681-4BAE-8C1B-9D27F957E07F}">
      <dsp:nvSpPr>
        <dsp:cNvPr id="0" name=""/>
        <dsp:cNvSpPr/>
      </dsp:nvSpPr>
      <dsp:spPr>
        <a:xfrm>
          <a:off x="273010" y="12107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Functionality</a:t>
          </a:r>
        </a:p>
      </dsp:txBody>
      <dsp:txXfrm>
        <a:off x="288862" y="136928"/>
        <a:ext cx="3790440" cy="293016"/>
      </dsp:txXfrm>
    </dsp:sp>
    <dsp:sp modelId="{0F977DC4-516E-4EAA-8C88-5B840E63317B}">
      <dsp:nvSpPr>
        <dsp:cNvPr id="0" name=""/>
        <dsp:cNvSpPr/>
      </dsp:nvSpPr>
      <dsp:spPr>
        <a:xfrm>
          <a:off x="0" y="782396"/>
          <a:ext cx="5460206"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CD017D-6C94-4FD9-B300-A152983C928C}">
      <dsp:nvSpPr>
        <dsp:cNvPr id="0" name=""/>
        <dsp:cNvSpPr/>
      </dsp:nvSpPr>
      <dsp:spPr>
        <a:xfrm>
          <a:off x="273010" y="62003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Usability</a:t>
          </a:r>
        </a:p>
      </dsp:txBody>
      <dsp:txXfrm>
        <a:off x="288862" y="635888"/>
        <a:ext cx="3790440" cy="293016"/>
      </dsp:txXfrm>
    </dsp:sp>
    <dsp:sp modelId="{903C6488-19F0-4468-A516-375E9A26A23B}">
      <dsp:nvSpPr>
        <dsp:cNvPr id="0" name=""/>
        <dsp:cNvSpPr/>
      </dsp:nvSpPr>
      <dsp:spPr>
        <a:xfrm>
          <a:off x="0" y="1281356"/>
          <a:ext cx="5460206"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22536E0-DCD3-48A7-A116-145515C26988}">
      <dsp:nvSpPr>
        <dsp:cNvPr id="0" name=""/>
        <dsp:cNvSpPr/>
      </dsp:nvSpPr>
      <dsp:spPr>
        <a:xfrm>
          <a:off x="273010" y="111899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Reliability</a:t>
          </a:r>
        </a:p>
      </dsp:txBody>
      <dsp:txXfrm>
        <a:off x="288862" y="1134848"/>
        <a:ext cx="3790440" cy="293016"/>
      </dsp:txXfrm>
    </dsp:sp>
    <dsp:sp modelId="{CD4F46AC-95C5-4CB5-AFC8-342E8930E0A2}">
      <dsp:nvSpPr>
        <dsp:cNvPr id="0" name=""/>
        <dsp:cNvSpPr/>
      </dsp:nvSpPr>
      <dsp:spPr>
        <a:xfrm>
          <a:off x="0" y="1780316"/>
          <a:ext cx="5460206"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83BFB9-60A9-45F9-9D57-408D7B1894F8}">
      <dsp:nvSpPr>
        <dsp:cNvPr id="0" name=""/>
        <dsp:cNvSpPr/>
      </dsp:nvSpPr>
      <dsp:spPr>
        <a:xfrm>
          <a:off x="273010" y="161795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Performance</a:t>
          </a:r>
        </a:p>
      </dsp:txBody>
      <dsp:txXfrm>
        <a:off x="288862" y="1633808"/>
        <a:ext cx="3790440" cy="293016"/>
      </dsp:txXfrm>
    </dsp:sp>
    <dsp:sp modelId="{ADA29484-EA79-43E2-9E4A-C4FCFF49F022}">
      <dsp:nvSpPr>
        <dsp:cNvPr id="0" name=""/>
        <dsp:cNvSpPr/>
      </dsp:nvSpPr>
      <dsp:spPr>
        <a:xfrm>
          <a:off x="0" y="2279276"/>
          <a:ext cx="5460206" cy="277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135A5A-6322-41CA-B734-5A4A58EFCD04}">
      <dsp:nvSpPr>
        <dsp:cNvPr id="0" name=""/>
        <dsp:cNvSpPr/>
      </dsp:nvSpPr>
      <dsp:spPr>
        <a:xfrm>
          <a:off x="273010" y="211691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Security</a:t>
          </a:r>
        </a:p>
      </dsp:txBody>
      <dsp:txXfrm>
        <a:off x="288862" y="2132768"/>
        <a:ext cx="3790440" cy="293016"/>
      </dsp:txXfrm>
    </dsp:sp>
    <dsp:sp modelId="{F7B6D4B0-CEEA-47F1-9CF3-CAD514965DB7}">
      <dsp:nvSpPr>
        <dsp:cNvPr id="0" name=""/>
        <dsp:cNvSpPr/>
      </dsp:nvSpPr>
      <dsp:spPr>
        <a:xfrm>
          <a:off x="0" y="2778236"/>
          <a:ext cx="5460206" cy="467775"/>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773" tIns="229108" rIns="423773" bIns="78232" numCol="1" spcCol="1270" anchor="t" anchorCtr="0">
          <a:noAutofit/>
        </a:bodyPr>
        <a:lstStyle/>
        <a:p>
          <a:pPr marL="57150" lvl="1" indent="-57150" algn="l" defTabSz="488950">
            <a:lnSpc>
              <a:spcPct val="90000"/>
            </a:lnSpc>
            <a:spcBef>
              <a:spcPct val="0"/>
            </a:spcBef>
            <a:spcAft>
              <a:spcPct val="15000"/>
            </a:spcAft>
            <a:buChar char="•"/>
          </a:pPr>
          <a:r>
            <a:rPr lang="en-AU" sz="1100" kern="1200" dirty="0"/>
            <a:t>Constrains, standards, physical, other systems, etc.</a:t>
          </a:r>
        </a:p>
      </dsp:txBody>
      <dsp:txXfrm>
        <a:off x="0" y="2778236"/>
        <a:ext cx="5460206" cy="467775"/>
      </dsp:txXfrm>
    </dsp:sp>
    <dsp:sp modelId="{282553D6-2663-4044-8FB3-0E2051D501C9}">
      <dsp:nvSpPr>
        <dsp:cNvPr id="0" name=""/>
        <dsp:cNvSpPr/>
      </dsp:nvSpPr>
      <dsp:spPr>
        <a:xfrm>
          <a:off x="273010" y="2615876"/>
          <a:ext cx="3822144" cy="3247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68" tIns="0" rIns="144468" bIns="0" numCol="1" spcCol="1270" anchor="ctr" anchorCtr="0">
          <a:noAutofit/>
        </a:bodyPr>
        <a:lstStyle/>
        <a:p>
          <a:pPr marL="0" lvl="0" indent="0" algn="l" defTabSz="488950">
            <a:lnSpc>
              <a:spcPct val="90000"/>
            </a:lnSpc>
            <a:spcBef>
              <a:spcPct val="0"/>
            </a:spcBef>
            <a:spcAft>
              <a:spcPct val="35000"/>
            </a:spcAft>
            <a:buNone/>
          </a:pPr>
          <a:r>
            <a:rPr lang="en-AU" sz="1100" kern="1200" dirty="0"/>
            <a:t>+</a:t>
          </a:r>
        </a:p>
      </dsp:txBody>
      <dsp:txXfrm>
        <a:off x="288862" y="2631728"/>
        <a:ext cx="3790440" cy="2930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16C2AD-29B4-4CD6-93E2-F67287C70DA3}">
      <dsp:nvSpPr>
        <dsp:cNvPr id="0" name=""/>
        <dsp:cNvSpPr/>
      </dsp:nvSpPr>
      <dsp:spPr>
        <a:xfrm rot="5400000">
          <a:off x="3055796" y="-925914"/>
          <a:ext cx="1313980" cy="3494387"/>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GB" sz="1400" kern="1200"/>
            <a:t>Realistic expectations </a:t>
          </a:r>
          <a:endParaRPr lang="en-AU" sz="1400" kern="1200"/>
        </a:p>
        <a:p>
          <a:pPr marL="114300" lvl="1" indent="-114300" algn="l" defTabSz="622300" rtl="0">
            <a:lnSpc>
              <a:spcPct val="90000"/>
            </a:lnSpc>
            <a:spcBef>
              <a:spcPct val="0"/>
            </a:spcBef>
            <a:spcAft>
              <a:spcPct val="15000"/>
            </a:spcAft>
            <a:buChar char="•"/>
          </a:pPr>
          <a:r>
            <a:rPr lang="en-GB" sz="1400" kern="1200"/>
            <a:t>No surprises, no disappointments</a:t>
          </a:r>
          <a:endParaRPr lang="en-AU" sz="1400" kern="1200"/>
        </a:p>
        <a:p>
          <a:pPr marL="114300" lvl="1" indent="-114300" algn="l" defTabSz="622300" rtl="0">
            <a:lnSpc>
              <a:spcPct val="90000"/>
            </a:lnSpc>
            <a:spcBef>
              <a:spcPct val="0"/>
            </a:spcBef>
            <a:spcAft>
              <a:spcPct val="15000"/>
            </a:spcAft>
            <a:buChar char="•"/>
          </a:pPr>
          <a:r>
            <a:rPr lang="en-GB" sz="1400" kern="1200"/>
            <a:t>Timely training</a:t>
          </a:r>
          <a:endParaRPr lang="en-AU" sz="1400" kern="1200"/>
        </a:p>
        <a:p>
          <a:pPr marL="114300" lvl="1" indent="-114300" algn="l" defTabSz="622300" rtl="0">
            <a:lnSpc>
              <a:spcPct val="90000"/>
            </a:lnSpc>
            <a:spcBef>
              <a:spcPct val="0"/>
            </a:spcBef>
            <a:spcAft>
              <a:spcPct val="15000"/>
            </a:spcAft>
            <a:buChar char="•"/>
          </a:pPr>
          <a:r>
            <a:rPr lang="en-GB" sz="1400" kern="1200"/>
            <a:t>Communication, but no hype</a:t>
          </a:r>
          <a:endParaRPr lang="en-AU" sz="1400" kern="1200"/>
        </a:p>
      </dsp:txBody>
      <dsp:txXfrm rot="-5400000">
        <a:off x="1965593" y="228432"/>
        <a:ext cx="3430244" cy="1185694"/>
      </dsp:txXfrm>
    </dsp:sp>
    <dsp:sp modelId="{F47B8E67-94E2-4C87-8A4B-5483DD4FD64B}">
      <dsp:nvSpPr>
        <dsp:cNvPr id="0" name=""/>
        <dsp:cNvSpPr/>
      </dsp:nvSpPr>
      <dsp:spPr>
        <a:xfrm>
          <a:off x="0" y="41"/>
          <a:ext cx="1965593" cy="164247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GB" sz="1800" kern="1200" dirty="0"/>
            <a:t>Management Expectation  </a:t>
          </a:r>
          <a:endParaRPr lang="en-AU" sz="1800" kern="1200" dirty="0"/>
        </a:p>
      </dsp:txBody>
      <dsp:txXfrm>
        <a:off x="80179" y="80220"/>
        <a:ext cx="1805235" cy="1482117"/>
      </dsp:txXfrm>
    </dsp:sp>
    <dsp:sp modelId="{3E9793E0-702D-4D3B-8E74-F767DDD5947F}">
      <dsp:nvSpPr>
        <dsp:cNvPr id="0" name=""/>
        <dsp:cNvSpPr/>
      </dsp:nvSpPr>
      <dsp:spPr>
        <a:xfrm rot="5400000">
          <a:off x="3055796" y="798684"/>
          <a:ext cx="1313980" cy="3494387"/>
        </a:xfrm>
        <a:prstGeom prst="round2Same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26670" rIns="53340" bIns="26670" numCol="1" spcCol="1270" anchor="ctr" anchorCtr="0">
          <a:noAutofit/>
        </a:bodyPr>
        <a:lstStyle/>
        <a:p>
          <a:pPr marL="114300" lvl="1" indent="-114300" algn="l" defTabSz="622300" rtl="0">
            <a:lnSpc>
              <a:spcPct val="90000"/>
            </a:lnSpc>
            <a:spcBef>
              <a:spcPct val="0"/>
            </a:spcBef>
            <a:spcAft>
              <a:spcPct val="15000"/>
            </a:spcAft>
            <a:buChar char="•"/>
          </a:pPr>
          <a:r>
            <a:rPr lang="en-GB" sz="1400" kern="1200"/>
            <a:t>Make the users active stakeholders</a:t>
          </a:r>
          <a:endParaRPr lang="en-AU" sz="1400" kern="1200"/>
        </a:p>
        <a:p>
          <a:pPr marL="114300" lvl="1" indent="-114300" algn="l" defTabSz="622300" rtl="0">
            <a:lnSpc>
              <a:spcPct val="90000"/>
            </a:lnSpc>
            <a:spcBef>
              <a:spcPct val="0"/>
            </a:spcBef>
            <a:spcAft>
              <a:spcPct val="15000"/>
            </a:spcAft>
            <a:buChar char="•"/>
          </a:pPr>
          <a:r>
            <a:rPr lang="en-GB" sz="1400" kern="1200"/>
            <a:t>More likely to forgive or accept problems</a:t>
          </a:r>
          <a:endParaRPr lang="en-AU" sz="1400" kern="1200"/>
        </a:p>
        <a:p>
          <a:pPr marL="114300" lvl="1" indent="-114300" algn="l" defTabSz="622300" rtl="0">
            <a:lnSpc>
              <a:spcPct val="90000"/>
            </a:lnSpc>
            <a:spcBef>
              <a:spcPct val="0"/>
            </a:spcBef>
            <a:spcAft>
              <a:spcPct val="15000"/>
            </a:spcAft>
            <a:buChar char="•"/>
          </a:pPr>
          <a:r>
            <a:rPr lang="en-GB" sz="1400" kern="1200"/>
            <a:t>Can make a big difference to acceptance and success of product</a:t>
          </a:r>
          <a:endParaRPr lang="en-AU" sz="1400" kern="1200"/>
        </a:p>
      </dsp:txBody>
      <dsp:txXfrm rot="-5400000">
        <a:off x="1965593" y="1953031"/>
        <a:ext cx="3430244" cy="1185694"/>
      </dsp:txXfrm>
    </dsp:sp>
    <dsp:sp modelId="{B9A1C0C6-4618-4437-9C56-F4812398DAC0}">
      <dsp:nvSpPr>
        <dsp:cNvPr id="0" name=""/>
        <dsp:cNvSpPr/>
      </dsp:nvSpPr>
      <dsp:spPr>
        <a:xfrm>
          <a:off x="0" y="1724640"/>
          <a:ext cx="1965593" cy="164247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rtl="0">
            <a:lnSpc>
              <a:spcPct val="90000"/>
            </a:lnSpc>
            <a:spcBef>
              <a:spcPct val="0"/>
            </a:spcBef>
            <a:spcAft>
              <a:spcPct val="35000"/>
            </a:spcAft>
            <a:buNone/>
          </a:pPr>
          <a:r>
            <a:rPr lang="en-GB" sz="1800" kern="1200"/>
            <a:t>Ownership </a:t>
          </a:r>
          <a:endParaRPr lang="en-AU" sz="1800" kern="1200"/>
        </a:p>
      </dsp:txBody>
      <dsp:txXfrm>
        <a:off x="80179" y="1804819"/>
        <a:ext cx="1805235" cy="14821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20934C-7B12-4245-BF05-DE862B937D56}">
      <dsp:nvSpPr>
        <dsp:cNvPr id="0" name=""/>
        <dsp:cNvSpPr/>
      </dsp:nvSpPr>
      <dsp:spPr>
        <a:xfrm rot="21300000">
          <a:off x="16755" y="1372872"/>
          <a:ext cx="5426470" cy="621412"/>
        </a:xfrm>
        <a:prstGeom prst="mathMinus">
          <a:avLst/>
        </a:prstGeom>
        <a:solidFill>
          <a:schemeClr val="accent2">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1AC021-8573-4327-B691-603CF88A3021}">
      <dsp:nvSpPr>
        <dsp:cNvPr id="0" name=""/>
        <dsp:cNvSpPr/>
      </dsp:nvSpPr>
      <dsp:spPr>
        <a:xfrm>
          <a:off x="655197" y="168357"/>
          <a:ext cx="1637994" cy="1346863"/>
        </a:xfrm>
        <a:prstGeom prst="downArrow">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32C392-3828-4B4F-8F53-2EBD6D34F1E6}">
      <dsp:nvSpPr>
        <dsp:cNvPr id="0" name=""/>
        <dsp:cNvSpPr/>
      </dsp:nvSpPr>
      <dsp:spPr>
        <a:xfrm>
          <a:off x="2893789" y="0"/>
          <a:ext cx="1747193" cy="141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n-GB" sz="2500" kern="1200"/>
            <a:t>What do users want? </a:t>
          </a:r>
          <a:endParaRPr lang="en-AU" sz="2500" kern="1200"/>
        </a:p>
      </dsp:txBody>
      <dsp:txXfrm>
        <a:off x="2893789" y="0"/>
        <a:ext cx="1747193" cy="1414206"/>
      </dsp:txXfrm>
    </dsp:sp>
    <dsp:sp modelId="{C29F72ED-E1DE-4A0D-8785-3FDAFD18CE7C}">
      <dsp:nvSpPr>
        <dsp:cNvPr id="0" name=""/>
        <dsp:cNvSpPr/>
      </dsp:nvSpPr>
      <dsp:spPr>
        <a:xfrm>
          <a:off x="3166788" y="1851936"/>
          <a:ext cx="1637994" cy="1346863"/>
        </a:xfrm>
        <a:prstGeom prst="upArrow">
          <a:avLst/>
        </a:prstGeom>
        <a:solidFill>
          <a:schemeClr val="accent2">
            <a:hueOff val="-484018"/>
            <a:satOff val="0"/>
            <a:lumOff val="-37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9946CC-3922-40D1-8B13-FF0C1124AD85}">
      <dsp:nvSpPr>
        <dsp:cNvPr id="0" name=""/>
        <dsp:cNvSpPr/>
      </dsp:nvSpPr>
      <dsp:spPr>
        <a:xfrm>
          <a:off x="818997" y="1952951"/>
          <a:ext cx="1747193" cy="14142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ctr" defTabSz="1111250" rtl="0">
            <a:lnSpc>
              <a:spcPct val="90000"/>
            </a:lnSpc>
            <a:spcBef>
              <a:spcPct val="0"/>
            </a:spcBef>
            <a:spcAft>
              <a:spcPct val="35000"/>
            </a:spcAft>
            <a:buNone/>
          </a:pPr>
          <a:r>
            <a:rPr lang="en-GB" sz="2500" kern="1200" dirty="0"/>
            <a:t>What do users </a:t>
          </a:r>
          <a:r>
            <a:rPr lang="ja-JP" sz="2500" kern="1200" dirty="0"/>
            <a:t>‘</a:t>
          </a:r>
          <a:r>
            <a:rPr lang="en-GB" sz="2500" kern="1200" dirty="0"/>
            <a:t>need</a:t>
          </a:r>
          <a:r>
            <a:rPr lang="ja-JP" sz="2500" kern="1200" dirty="0"/>
            <a:t>’</a:t>
          </a:r>
          <a:r>
            <a:rPr lang="en-GB" sz="2500" kern="1200" dirty="0"/>
            <a:t>? </a:t>
          </a:r>
          <a:endParaRPr lang="en-AU" sz="2500" kern="1200" dirty="0"/>
        </a:p>
      </dsp:txBody>
      <dsp:txXfrm>
        <a:off x="818997" y="1952951"/>
        <a:ext cx="1747193" cy="1414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a:defRPr sz="1200"/>
            </a:lvl1pPr>
          </a:lstStyle>
          <a:p>
            <a:fld id="{A60C01F8-7A96-1A42-A5C1-A6293913991B}" type="datetime1">
              <a:rPr lang="en-AU" smtClean="0"/>
              <a:t>31/8/20</a:t>
            </a:fld>
            <a:endParaRPr lang="en-US"/>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lIns="91440" tIns="45720" rIns="91440" bIns="45720" rtlCol="0" anchor="b"/>
          <a:lstStyle>
            <a:lvl1pPr algn="r">
              <a:defRPr sz="1200"/>
            </a:lvl1pPr>
          </a:lstStyle>
          <a:p>
            <a:fld id="{B03F6A53-947D-664F-86C6-7EA2E2AF7512}" type="slidenum">
              <a:rPr lang="en-US" smtClean="0"/>
              <a:t>‹#›</a:t>
            </a:fld>
            <a:endParaRPr lang="en-US"/>
          </a:p>
        </p:txBody>
      </p:sp>
    </p:spTree>
    <p:extLst>
      <p:ext uri="{BB962C8B-B14F-4D97-AF65-F5344CB8AC3E}">
        <p14:creationId xmlns:p14="http://schemas.microsoft.com/office/powerpoint/2010/main" val="31749866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8100" y="0"/>
            <a:ext cx="2944813" cy="495300"/>
          </a:xfrm>
          <a:prstGeom prst="rect">
            <a:avLst/>
          </a:prstGeom>
        </p:spPr>
        <p:txBody>
          <a:bodyPr vert="horz" lIns="91440" tIns="45720" rIns="91440" bIns="45720" rtlCol="0"/>
          <a:lstStyle>
            <a:lvl1pPr algn="r">
              <a:defRPr sz="1200"/>
            </a:lvl1pPr>
          </a:lstStyle>
          <a:p>
            <a:fld id="{290F5882-1633-C84E-BDD4-8A584B4C4483}" type="datetime1">
              <a:rPr lang="en-AU" smtClean="0"/>
              <a:t>31/8/20</a:t>
            </a:fld>
            <a:endParaRPr lang="en-US"/>
          </a:p>
        </p:txBody>
      </p:sp>
      <p:sp>
        <p:nvSpPr>
          <p:cNvPr id="4" name="Slide Image Placeholder 3"/>
          <p:cNvSpPr>
            <a:spLocks noGrp="1" noRot="1" noChangeAspect="1"/>
          </p:cNvSpPr>
          <p:nvPr>
            <p:ph type="sldImg" idx="2"/>
          </p:nvPr>
        </p:nvSpPr>
        <p:spPr>
          <a:xfrm>
            <a:off x="95250" y="742950"/>
            <a:ext cx="6604000" cy="3714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05350"/>
            <a:ext cx="5435600" cy="4457700"/>
          </a:xfrm>
          <a:prstGeom prst="rect">
            <a:avLst/>
          </a:prstGeom>
        </p:spPr>
        <p:txBody>
          <a:bodyPr vert="horz" lIns="91440" tIns="45720" rIns="91440" bIns="45720"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409113"/>
            <a:ext cx="2944813" cy="4953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8100" y="9409113"/>
            <a:ext cx="2944813" cy="495300"/>
          </a:xfrm>
          <a:prstGeom prst="rect">
            <a:avLst/>
          </a:prstGeom>
        </p:spPr>
        <p:txBody>
          <a:bodyPr vert="horz" lIns="91440" tIns="45720" rIns="91440" bIns="45720" rtlCol="0" anchor="b"/>
          <a:lstStyle>
            <a:lvl1pPr algn="r">
              <a:defRPr sz="1200"/>
            </a:lvl1pPr>
          </a:lstStyle>
          <a:p>
            <a:fld id="{4FDA4F87-D5C2-4945-AFCA-8B793D25881C}" type="slidenum">
              <a:rPr lang="en-US" smtClean="0"/>
              <a:t>‹#›</a:t>
            </a:fld>
            <a:endParaRPr lang="en-US"/>
          </a:p>
        </p:txBody>
      </p:sp>
    </p:spTree>
    <p:extLst>
      <p:ext uri="{BB962C8B-B14F-4D97-AF65-F5344CB8AC3E}">
        <p14:creationId xmlns:p14="http://schemas.microsoft.com/office/powerpoint/2010/main" val="196509890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DA4F87-D5C2-4945-AFCA-8B793D25881C}" type="slidenum">
              <a:rPr lang="en-US" smtClean="0"/>
              <a:t>1</a:t>
            </a:fld>
            <a:endParaRPr lang="en-US"/>
          </a:p>
        </p:txBody>
      </p:sp>
    </p:spTree>
    <p:extLst>
      <p:ext uri="{BB962C8B-B14F-4D97-AF65-F5344CB8AC3E}">
        <p14:creationId xmlns:p14="http://schemas.microsoft.com/office/powerpoint/2010/main" val="3885523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Header Placeholder 3"/>
          <p:cNvSpPr>
            <a:spLocks noGrp="1"/>
          </p:cNvSpPr>
          <p:nvPr>
            <p:ph type="hdr" sz="quarter" idx="10"/>
          </p:nvPr>
        </p:nvSpPr>
        <p:spPr/>
        <p:txBody>
          <a:bodyPr/>
          <a:lstStyle/>
          <a:p>
            <a:r>
              <a:rPr lang="en-US"/>
              <a:t>Systems Analysis</a:t>
            </a:r>
            <a:endParaRPr lang="en-US" dirty="0"/>
          </a:p>
        </p:txBody>
      </p:sp>
      <p:sp>
        <p:nvSpPr>
          <p:cNvPr id="5" name="Slide Number Placeholder 4"/>
          <p:cNvSpPr>
            <a:spLocks noGrp="1"/>
          </p:cNvSpPr>
          <p:nvPr>
            <p:ph type="sldNum" sz="quarter" idx="11"/>
          </p:nvPr>
        </p:nvSpPr>
        <p:spPr/>
        <p:txBody>
          <a:bodyPr/>
          <a:lstStyle/>
          <a:p>
            <a:fld id="{4222103E-0E61-794C-8EFF-06A14507F18A}" type="slidenum">
              <a:rPr lang="en-US" smtClean="0"/>
              <a:pPr/>
              <a:t>5</a:t>
            </a:fld>
            <a:endParaRPr lang="en-US" dirty="0"/>
          </a:p>
        </p:txBody>
      </p:sp>
    </p:spTree>
    <p:extLst>
      <p:ext uri="{BB962C8B-B14F-4D97-AF65-F5344CB8AC3E}">
        <p14:creationId xmlns:p14="http://schemas.microsoft.com/office/powerpoint/2010/main" val="21689858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Focus will be on the top techniques</a:t>
            </a:r>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6</a:t>
            </a:fld>
            <a:endParaRPr lang="en-US"/>
          </a:p>
        </p:txBody>
      </p:sp>
    </p:spTree>
    <p:extLst>
      <p:ext uri="{BB962C8B-B14F-4D97-AF65-F5344CB8AC3E}">
        <p14:creationId xmlns:p14="http://schemas.microsoft.com/office/powerpoint/2010/main" val="1214261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Member of the design team</a:t>
            </a:r>
          </a:p>
          <a:p>
            <a:pPr lvl="1"/>
            <a:r>
              <a:rPr lang="en-GB" dirty="0"/>
              <a:t>	Full time: constant input, but lose touch with users</a:t>
            </a:r>
          </a:p>
          <a:p>
            <a:pPr lvl="1"/>
            <a:r>
              <a:rPr lang="en-GB" dirty="0"/>
              <a:t>	Part time: patchy input, and very stressful</a:t>
            </a:r>
          </a:p>
          <a:p>
            <a:pPr lvl="1"/>
            <a:r>
              <a:rPr lang="en-GB" dirty="0"/>
              <a:t>	Short term: inconsistent across project life</a:t>
            </a:r>
          </a:p>
          <a:p>
            <a:pPr lvl="1"/>
            <a:r>
              <a:rPr lang="en-GB" dirty="0"/>
              <a:t>	Long term: consistent, but lose touch with users</a:t>
            </a:r>
          </a:p>
          <a:p>
            <a:r>
              <a:rPr lang="en-GB" dirty="0"/>
              <a:t>Newsletters and other dissemination devices </a:t>
            </a:r>
          </a:p>
          <a:p>
            <a:pPr lvl="1"/>
            <a:r>
              <a:rPr lang="en-GB" dirty="0"/>
              <a:t>	Reach wider selection of users</a:t>
            </a:r>
          </a:p>
          <a:p>
            <a:pPr lvl="1"/>
            <a:r>
              <a:rPr lang="en-GB" dirty="0"/>
              <a:t>	Need communication both ways</a:t>
            </a:r>
          </a:p>
          <a:p>
            <a:r>
              <a:rPr lang="en-GB" dirty="0"/>
              <a:t>User involvement after product is released</a:t>
            </a:r>
          </a:p>
          <a:p>
            <a:pPr lvl="1"/>
            <a:endParaRPr lang="en-GB" dirty="0"/>
          </a:p>
          <a:p>
            <a:r>
              <a:rPr lang="en-GB" dirty="0"/>
              <a:t>Combination of these approaches</a:t>
            </a:r>
          </a:p>
          <a:p>
            <a:endParaRPr lang="en-AU" dirty="0"/>
          </a:p>
          <a:p>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12</a:t>
            </a:fld>
            <a:endParaRPr lang="en-US"/>
          </a:p>
        </p:txBody>
      </p:sp>
    </p:spTree>
    <p:extLst>
      <p:ext uri="{BB962C8B-B14F-4D97-AF65-F5344CB8AC3E}">
        <p14:creationId xmlns:p14="http://schemas.microsoft.com/office/powerpoint/2010/main" val="41896246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t>Requirements need clarification, refinement, completion, re-scoping</a:t>
            </a:r>
          </a:p>
          <a:p>
            <a:pPr lvl="1"/>
            <a:r>
              <a:rPr lang="en-GB" dirty="0"/>
              <a:t>Input: Requirements document from client (maybe) </a:t>
            </a:r>
          </a:p>
          <a:p>
            <a:pPr lvl="1"/>
            <a:r>
              <a:rPr lang="en-US" dirty="0"/>
              <a:t>Output: stable requirements</a:t>
            </a:r>
            <a:endParaRPr lang="en-GB" dirty="0"/>
          </a:p>
          <a:p>
            <a:endParaRPr lang="en-US" dirty="0"/>
          </a:p>
          <a:p>
            <a:endParaRPr lang="en-US" dirty="0"/>
          </a:p>
          <a:p>
            <a:r>
              <a:rPr lang="en-US" dirty="0"/>
              <a:t>Why ‘establish’?</a:t>
            </a:r>
          </a:p>
          <a:p>
            <a:pPr lvl="1"/>
            <a:r>
              <a:rPr lang="en-US" dirty="0"/>
              <a:t>Requirements arise from understanding users’ needs</a:t>
            </a:r>
          </a:p>
          <a:p>
            <a:pPr lvl="1"/>
            <a:r>
              <a:rPr lang="en-US" dirty="0"/>
              <a:t>Requirements can be justified &amp; related to data</a:t>
            </a:r>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15</a:t>
            </a:fld>
            <a:endParaRPr lang="en-US"/>
          </a:p>
        </p:txBody>
      </p:sp>
    </p:spTree>
    <p:extLst>
      <p:ext uri="{BB962C8B-B14F-4D97-AF65-F5344CB8AC3E}">
        <p14:creationId xmlns:p14="http://schemas.microsoft.com/office/powerpoint/2010/main" val="2694255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For</a:t>
            </a:r>
            <a:r>
              <a:rPr lang="en-AU" baseline="0" dirty="0"/>
              <a:t> details of the development and product see: https://www.ideo.com/case-study/designing-the-levis-commuter-trucker-jacket-with-jacquard-by-google </a:t>
            </a:r>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17</a:t>
            </a:fld>
            <a:endParaRPr lang="en-US"/>
          </a:p>
        </p:txBody>
      </p:sp>
    </p:spTree>
    <p:extLst>
      <p:ext uri="{BB962C8B-B14F-4D97-AF65-F5344CB8AC3E}">
        <p14:creationId xmlns:p14="http://schemas.microsoft.com/office/powerpoint/2010/main" val="770510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Watch</a:t>
            </a:r>
            <a:r>
              <a:rPr lang="en-AU" baseline="0" dirty="0"/>
              <a:t> – link to a You Tube clip by NN/g</a:t>
            </a:r>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22</a:t>
            </a:fld>
            <a:endParaRPr lang="en-US"/>
          </a:p>
        </p:txBody>
      </p:sp>
    </p:spTree>
    <p:extLst>
      <p:ext uri="{BB962C8B-B14F-4D97-AF65-F5344CB8AC3E}">
        <p14:creationId xmlns:p14="http://schemas.microsoft.com/office/powerpoint/2010/main" val="3531595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Tool – link</a:t>
            </a:r>
            <a:r>
              <a:rPr lang="en-AU" baseline="0" dirty="0"/>
              <a:t> to the website on how to create a persona.</a:t>
            </a:r>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23</a:t>
            </a:fld>
            <a:endParaRPr lang="en-US"/>
          </a:p>
        </p:txBody>
      </p:sp>
    </p:spTree>
    <p:extLst>
      <p:ext uri="{BB962C8B-B14F-4D97-AF65-F5344CB8AC3E}">
        <p14:creationId xmlns:p14="http://schemas.microsoft.com/office/powerpoint/2010/main" val="3499749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1E375319-6F9B-7446-AD1F-693D0AB4557A}" type="slidenum">
              <a:rPr lang="en-GB"/>
              <a:pPr/>
              <a:t>26</a:t>
            </a:fld>
            <a:endParaRPr lang="en-GB"/>
          </a:p>
        </p:txBody>
      </p:sp>
    </p:spTree>
    <p:extLst>
      <p:ext uri="{BB962C8B-B14F-4D97-AF65-F5344CB8AC3E}">
        <p14:creationId xmlns:p14="http://schemas.microsoft.com/office/powerpoint/2010/main" val="1804699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Task descriptions are often used to envision new systems or devices</a:t>
            </a:r>
          </a:p>
          <a:p>
            <a:r>
              <a:rPr lang="en-GB" dirty="0"/>
              <a:t>Task analysis is used mainly to investigate an existing situation</a:t>
            </a:r>
          </a:p>
          <a:p>
            <a:r>
              <a:rPr lang="en-GB" dirty="0"/>
              <a:t>It is important not to focus on superficial activities</a:t>
            </a:r>
          </a:p>
          <a:p>
            <a:pPr lvl="1"/>
            <a:r>
              <a:rPr lang="en-GB" dirty="0"/>
              <a:t>What are people trying to achieve? </a:t>
            </a:r>
          </a:p>
          <a:p>
            <a:pPr lvl="1"/>
            <a:r>
              <a:rPr lang="en-GB" dirty="0"/>
              <a:t>Why are they trying to achieve it?</a:t>
            </a:r>
          </a:p>
          <a:p>
            <a:pPr lvl="1"/>
            <a:r>
              <a:rPr lang="en-GB" dirty="0"/>
              <a:t>How are they going about it?</a:t>
            </a:r>
          </a:p>
          <a:p>
            <a:r>
              <a:rPr lang="en-GB" dirty="0"/>
              <a:t>Many techniques, the most popular is Hierarchical Task Analysis (HTA)</a:t>
            </a:r>
            <a:endParaRPr lang="en-US" dirty="0"/>
          </a:p>
          <a:p>
            <a:endParaRPr lang="en-AU" dirty="0"/>
          </a:p>
        </p:txBody>
      </p:sp>
      <p:sp>
        <p:nvSpPr>
          <p:cNvPr id="4" name="Header Placeholder 3"/>
          <p:cNvSpPr>
            <a:spLocks noGrp="1"/>
          </p:cNvSpPr>
          <p:nvPr>
            <p:ph type="hdr" sz="quarter" idx="10"/>
          </p:nvPr>
        </p:nvSpPr>
        <p:spPr/>
        <p:txBody>
          <a:bodyPr/>
          <a:lstStyle/>
          <a:p>
            <a:r>
              <a:rPr lang="en-US"/>
              <a:t>Systems Analysis</a:t>
            </a:r>
          </a:p>
        </p:txBody>
      </p:sp>
      <p:sp>
        <p:nvSpPr>
          <p:cNvPr id="5" name="Slide Number Placeholder 4"/>
          <p:cNvSpPr>
            <a:spLocks noGrp="1"/>
          </p:cNvSpPr>
          <p:nvPr>
            <p:ph type="sldNum" sz="quarter" idx="11"/>
          </p:nvPr>
        </p:nvSpPr>
        <p:spPr/>
        <p:txBody>
          <a:bodyPr/>
          <a:lstStyle/>
          <a:p>
            <a:fld id="{4FDA4F87-D5C2-4945-AFCA-8B793D25881C}" type="slidenum">
              <a:rPr lang="en-US" smtClean="0"/>
              <a:t>35</a:t>
            </a:fld>
            <a:endParaRPr lang="en-US"/>
          </a:p>
        </p:txBody>
      </p:sp>
    </p:spTree>
    <p:extLst>
      <p:ext uri="{BB962C8B-B14F-4D97-AF65-F5344CB8AC3E}">
        <p14:creationId xmlns:p14="http://schemas.microsoft.com/office/powerpoint/2010/main" val="27061816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 to graphical notation</a:t>
            </a:r>
          </a:p>
        </p:txBody>
      </p:sp>
      <p:sp>
        <p:nvSpPr>
          <p:cNvPr id="4" name="Header Placeholder 3"/>
          <p:cNvSpPr>
            <a:spLocks noGrp="1"/>
          </p:cNvSpPr>
          <p:nvPr>
            <p:ph type="hdr" sz="quarter"/>
          </p:nvPr>
        </p:nvSpPr>
        <p:spPr/>
        <p:txBody>
          <a:bodyPr/>
          <a:lstStyle/>
          <a:p>
            <a:r>
              <a:rPr lang="en-US"/>
              <a:t>Systems Analysis</a:t>
            </a:r>
          </a:p>
        </p:txBody>
      </p:sp>
      <p:sp>
        <p:nvSpPr>
          <p:cNvPr id="5" name="Slide Number Placeholder 4"/>
          <p:cNvSpPr>
            <a:spLocks noGrp="1"/>
          </p:cNvSpPr>
          <p:nvPr>
            <p:ph type="sldNum" sz="quarter" idx="5"/>
          </p:nvPr>
        </p:nvSpPr>
        <p:spPr/>
        <p:txBody>
          <a:bodyPr/>
          <a:lstStyle/>
          <a:p>
            <a:fld id="{4FDA4F87-D5C2-4945-AFCA-8B793D25881C}" type="slidenum">
              <a:rPr lang="en-US" smtClean="0"/>
              <a:t>41</a:t>
            </a:fld>
            <a:endParaRPr lang="en-US"/>
          </a:p>
        </p:txBody>
      </p:sp>
    </p:spTree>
    <p:extLst>
      <p:ext uri="{BB962C8B-B14F-4D97-AF65-F5344CB8AC3E}">
        <p14:creationId xmlns:p14="http://schemas.microsoft.com/office/powerpoint/2010/main" val="6352064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image" Target="../media/image5.png"/><Relationship Id="rId16"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Opening slide (txt only)">
    <p:bg>
      <p:bgPr>
        <a:solidFill>
          <a:schemeClr val="accent3"/>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545115"/>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Click to edit </a:t>
            </a:r>
            <a:br>
              <a:rPr lang="en-US" dirty="0"/>
            </a:br>
            <a:r>
              <a:rPr lang="en-US" dirty="0"/>
              <a:t>Master title style</a:t>
            </a:r>
          </a:p>
        </p:txBody>
      </p:sp>
      <p:sp>
        <p:nvSpPr>
          <p:cNvPr id="3" name="Subtitle 2"/>
          <p:cNvSpPr>
            <a:spLocks noGrp="1"/>
          </p:cNvSpPr>
          <p:nvPr>
            <p:ph type="subTitle" idx="1" hasCustomPrompt="1"/>
          </p:nvPr>
        </p:nvSpPr>
        <p:spPr>
          <a:xfrm>
            <a:off x="355919" y="3329266"/>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 SUBTITLE STYLE</a:t>
            </a:r>
            <a:endParaRPr lang="en-US" dirty="0"/>
          </a:p>
        </p:txBody>
      </p:sp>
      <p:pic>
        <p:nvPicPr>
          <p:cNvPr id="6" name="Picture 5"/>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465009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Opening slide (big image)">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55919" y="1258226"/>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Divider</a:t>
            </a:r>
            <a:br>
              <a:rPr lang="en-US" dirty="0"/>
            </a:br>
            <a:r>
              <a:rPr lang="en-US" dirty="0"/>
              <a:t>slide title</a:t>
            </a:r>
          </a:p>
        </p:txBody>
      </p:sp>
      <p:sp>
        <p:nvSpPr>
          <p:cNvPr id="5" name="Subtitle 2"/>
          <p:cNvSpPr>
            <a:spLocks noGrp="1"/>
          </p:cNvSpPr>
          <p:nvPr>
            <p:ph type="subTitle" idx="1" hasCustomPrompt="1"/>
          </p:nvPr>
        </p:nvSpPr>
        <p:spPr>
          <a:xfrm>
            <a:off x="355919" y="3042377"/>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a:t>
            </a:r>
            <a:br>
              <a:rPr lang="en-AU" dirty="0"/>
            </a:br>
            <a:r>
              <a:rPr lang="en-AU" dirty="0"/>
              <a:t>SUBTITLE STYLE</a:t>
            </a:r>
            <a:endParaRPr lang="en-US" dirty="0"/>
          </a:p>
        </p:txBody>
      </p:sp>
    </p:spTree>
    <p:extLst>
      <p:ext uri="{BB962C8B-B14F-4D97-AF65-F5344CB8AC3E}">
        <p14:creationId xmlns:p14="http://schemas.microsoft.com/office/powerpoint/2010/main" val="92597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solidFill>
          <a:schemeClr val="accent2"/>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258226"/>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Divider slide title</a:t>
            </a:r>
          </a:p>
        </p:txBody>
      </p:sp>
      <p:sp>
        <p:nvSpPr>
          <p:cNvPr id="5" name="Subtitle 2"/>
          <p:cNvSpPr>
            <a:spLocks noGrp="1"/>
          </p:cNvSpPr>
          <p:nvPr>
            <p:ph type="subTitle" idx="1" hasCustomPrompt="1"/>
          </p:nvPr>
        </p:nvSpPr>
        <p:spPr>
          <a:xfrm>
            <a:off x="355919" y="3042377"/>
            <a:ext cx="6347825" cy="424445"/>
          </a:xfrm>
        </p:spPr>
        <p:txBody>
          <a:bodyPr lIns="0" tIns="0" anchor="t">
            <a:normAutofit/>
          </a:bodyPr>
          <a:lstStyle>
            <a:lvl1pPr marL="0" indent="0" algn="l">
              <a:buNone/>
              <a:defRPr sz="1600" b="0" i="0">
                <a:solidFill>
                  <a:schemeClr val="bg1"/>
                </a:solidFill>
                <a:latin typeface="Montserrat"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dirty="0"/>
              <a:t>CLICK TO EDIT MASTER SUBTITLE STYLE</a:t>
            </a:r>
            <a:endParaRPr lang="en-US" dirty="0"/>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615957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heavy slide">
    <p:spTree>
      <p:nvGrpSpPr>
        <p:cNvPr id="1" name=""/>
        <p:cNvGrpSpPr/>
        <p:nvPr/>
      </p:nvGrpSpPr>
      <p:grpSpPr>
        <a:xfrm>
          <a:off x="0" y="0"/>
          <a:ext cx="0" cy="0"/>
          <a:chOff x="0" y="0"/>
          <a:chExt cx="0" cy="0"/>
        </a:xfrm>
      </p:grpSpPr>
      <p:sp>
        <p:nvSpPr>
          <p:cNvPr id="3" name="Content Placeholder 2"/>
          <p:cNvSpPr>
            <a:spLocks noGrp="1"/>
          </p:cNvSpPr>
          <p:nvPr>
            <p:ph idx="1"/>
          </p:nvPr>
        </p:nvSpPr>
        <p:spPr>
          <a:xfrm>
            <a:off x="4620128" y="1885612"/>
            <a:ext cx="4010526" cy="3016397"/>
          </a:xfrm>
        </p:spPr>
        <p:txBody>
          <a:bodyPr>
            <a:normAutofit/>
          </a:bodyPr>
          <a:lstStyle>
            <a:lvl1pPr>
              <a:defRPr sz="1600" b="0" i="0">
                <a:solidFill>
                  <a:schemeClr val="accent3"/>
                </a:solidFill>
                <a:latin typeface="Montserrat" pitchFamily="2" charset="77"/>
              </a:defRPr>
            </a:lvl1pPr>
            <a:lvl2pPr>
              <a:defRPr sz="1600" b="0" i="0">
                <a:solidFill>
                  <a:schemeClr val="accent3"/>
                </a:solidFill>
                <a:latin typeface="Montserrat" pitchFamily="2" charset="77"/>
              </a:defRPr>
            </a:lvl2pPr>
            <a:lvl3pPr>
              <a:defRPr sz="1600" b="0" i="0">
                <a:solidFill>
                  <a:schemeClr val="accent3"/>
                </a:solidFill>
                <a:latin typeface="Montserrat" pitchFamily="2" charset="77"/>
              </a:defRPr>
            </a:lvl3pPr>
            <a:lvl4pPr>
              <a:defRPr sz="1600" b="0" i="0">
                <a:solidFill>
                  <a:schemeClr val="accent3"/>
                </a:solidFill>
                <a:latin typeface="Montserrat" pitchFamily="2" charset="77"/>
              </a:defRPr>
            </a:lvl4pPr>
            <a:lvl5pPr>
              <a:defRPr sz="1600" b="0" i="0">
                <a:solidFill>
                  <a:schemeClr val="accent3"/>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8"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9"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10" name="Subtitle 2"/>
          <p:cNvSpPr>
            <a:spLocks noGrp="1"/>
          </p:cNvSpPr>
          <p:nvPr>
            <p:ph type="subTitle" idx="10"/>
          </p:nvPr>
        </p:nvSpPr>
        <p:spPr>
          <a:xfrm>
            <a:off x="355920" y="1885612"/>
            <a:ext cx="3702733" cy="3039314"/>
          </a:xfrm>
        </p:spPr>
        <p:txBody>
          <a:bodyPr>
            <a:normAutofit/>
          </a:bodyPr>
          <a:lstStyle>
            <a:lvl1pPr marL="0" indent="0" algn="l">
              <a:buNone/>
              <a:defRPr sz="2000">
                <a:solidFill>
                  <a:schemeClr val="accent3"/>
                </a:solidFill>
                <a:latin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AU" dirty="0"/>
          </a:p>
        </p:txBody>
      </p:sp>
    </p:spTree>
    <p:extLst>
      <p:ext uri="{BB962C8B-B14F-4D97-AF65-F5344CB8AC3E}">
        <p14:creationId xmlns:p14="http://schemas.microsoft.com/office/powerpoint/2010/main" val="2091564658"/>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empty slide">
    <p:spTree>
      <p:nvGrpSpPr>
        <p:cNvPr id="1" name=""/>
        <p:cNvGrpSpPr/>
        <p:nvPr/>
      </p:nvGrpSpPr>
      <p:grpSpPr>
        <a:xfrm>
          <a:off x="0" y="0"/>
          <a:ext cx="0" cy="0"/>
          <a:chOff x="0" y="0"/>
          <a:chExt cx="0" cy="0"/>
        </a:xfrm>
      </p:grpSpPr>
      <p:sp>
        <p:nvSpPr>
          <p:cNvPr id="8"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9" name="Text Placeholder 3"/>
          <p:cNvSpPr>
            <a:spLocks noGrp="1"/>
          </p:cNvSpPr>
          <p:nvPr>
            <p:ph type="body" sz="half" idx="2" hasCustomPrompt="1"/>
          </p:nvPr>
        </p:nvSpPr>
        <p:spPr>
          <a:xfrm>
            <a:off x="355920" y="946609"/>
            <a:ext cx="8160620" cy="465096"/>
          </a:xfrm>
        </p:spPr>
        <p:txBody>
          <a:bodyPr>
            <a:normAutofit/>
          </a:bodyPr>
          <a:lstStyle>
            <a:lvl1pPr marL="0" indent="0">
              <a:buNone/>
              <a:defRPr sz="1400" b="0" i="0" baseline="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3186868955"/>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mp; image slide (1)">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922" y="1903228"/>
            <a:ext cx="4010526" cy="2925445"/>
          </a:xfrm>
        </p:spPr>
        <p:txBody>
          <a:bodyPr>
            <a:normAutofit/>
          </a:bodyPr>
          <a:lstStyle>
            <a:lvl1pPr>
              <a:defRPr sz="1600" b="0" i="0">
                <a:solidFill>
                  <a:schemeClr val="accent3"/>
                </a:solidFill>
                <a:latin typeface="Montserrat" pitchFamily="2" charset="77"/>
              </a:defRPr>
            </a:lvl1pPr>
            <a:lvl2pPr>
              <a:defRPr sz="1600" b="0" i="0">
                <a:solidFill>
                  <a:schemeClr val="accent3"/>
                </a:solidFill>
                <a:latin typeface="Montserrat" pitchFamily="2" charset="77"/>
              </a:defRPr>
            </a:lvl2pPr>
            <a:lvl3pPr>
              <a:defRPr sz="1600" b="0" i="0">
                <a:solidFill>
                  <a:schemeClr val="accent3"/>
                </a:solidFill>
                <a:latin typeface="Montserrat" pitchFamily="2" charset="77"/>
              </a:defRPr>
            </a:lvl3pPr>
            <a:lvl4pPr>
              <a:defRPr sz="1600" b="0" i="0">
                <a:solidFill>
                  <a:schemeClr val="accent3"/>
                </a:solidFill>
                <a:latin typeface="Montserrat" pitchFamily="2" charset="77"/>
              </a:defRPr>
            </a:lvl4pPr>
            <a:lvl5pPr>
              <a:defRPr sz="1600" b="0" i="0">
                <a:solidFill>
                  <a:schemeClr val="accent3"/>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12" name="Title 1"/>
          <p:cNvSpPr>
            <a:spLocks noGrp="1"/>
          </p:cNvSpPr>
          <p:nvPr>
            <p:ph type="title"/>
          </p:nvPr>
        </p:nvSpPr>
        <p:spPr>
          <a:xfrm>
            <a:off x="355919" y="342900"/>
            <a:ext cx="8160621" cy="587542"/>
          </a:xfrm>
        </p:spPr>
        <p:txBody>
          <a:bodyPr anchor="b">
            <a:normAutofit/>
          </a:bodyPr>
          <a:lstStyle>
            <a:lvl1pPr>
              <a:defRPr sz="2800">
                <a:solidFill>
                  <a:schemeClr val="accent3"/>
                </a:solidFill>
              </a:defRPr>
            </a:lvl1pPr>
          </a:lstStyle>
          <a:p>
            <a:r>
              <a:rPr lang="en-GB"/>
              <a:t>Click to edit Master title style</a:t>
            </a:r>
            <a:endParaRPr lang="en-AU" dirty="0"/>
          </a:p>
        </p:txBody>
      </p:sp>
      <p:sp>
        <p:nvSpPr>
          <p:cNvPr id="13"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accent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1897537212"/>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amp; big image slide">
    <p:bg>
      <p:bgPr>
        <a:solidFill>
          <a:schemeClr val="accent3"/>
        </a:solidFill>
        <a:effectLst/>
      </p:bgPr>
    </p:bg>
    <p:spTree>
      <p:nvGrpSpPr>
        <p:cNvPr id="1" name=""/>
        <p:cNvGrpSpPr/>
        <p:nvPr/>
      </p:nvGrpSpPr>
      <p:grpSpPr>
        <a:xfrm>
          <a:off x="0" y="0"/>
          <a:ext cx="0" cy="0"/>
          <a:chOff x="0" y="0"/>
          <a:chExt cx="0" cy="0"/>
        </a:xfrm>
      </p:grpSpPr>
      <p:sp>
        <p:nvSpPr>
          <p:cNvPr id="7" name="Content Placeholder 2"/>
          <p:cNvSpPr>
            <a:spLocks noGrp="1"/>
          </p:cNvSpPr>
          <p:nvPr>
            <p:ph idx="1"/>
          </p:nvPr>
        </p:nvSpPr>
        <p:spPr>
          <a:xfrm>
            <a:off x="355922" y="1818167"/>
            <a:ext cx="4010526" cy="3010507"/>
          </a:xfrm>
        </p:spPr>
        <p:txBody>
          <a:bodyPr>
            <a:normAutofit/>
          </a:bodyPr>
          <a:lstStyle>
            <a:lvl1pPr>
              <a:defRPr sz="1600" b="0" i="0">
                <a:solidFill>
                  <a:schemeClr val="bg1"/>
                </a:solidFill>
                <a:latin typeface="Montserrat" pitchFamily="2" charset="77"/>
              </a:defRPr>
            </a:lvl1pPr>
            <a:lvl2pPr>
              <a:defRPr sz="1600" b="0" i="0">
                <a:solidFill>
                  <a:schemeClr val="bg1"/>
                </a:solidFill>
                <a:latin typeface="Montserrat" pitchFamily="2" charset="77"/>
              </a:defRPr>
            </a:lvl2pPr>
            <a:lvl3pPr>
              <a:defRPr sz="1600" b="0" i="0">
                <a:solidFill>
                  <a:schemeClr val="bg1"/>
                </a:solidFill>
                <a:latin typeface="Montserrat" pitchFamily="2" charset="77"/>
              </a:defRPr>
            </a:lvl3pPr>
            <a:lvl4pPr>
              <a:defRPr sz="1600" b="0" i="0">
                <a:solidFill>
                  <a:schemeClr val="bg1"/>
                </a:solidFill>
                <a:latin typeface="Montserrat" pitchFamily="2" charset="77"/>
              </a:defRPr>
            </a:lvl4pPr>
            <a:lvl5pPr>
              <a:defRPr sz="1600" b="0" i="0">
                <a:solidFill>
                  <a:schemeClr val="bg1"/>
                </a:solidFill>
                <a:latin typeface="Montserrat" pitchFamily="2" charset="77"/>
              </a:defRPr>
            </a:lvl5pPr>
            <a:lvl6pPr>
              <a:defRPr sz="1500"/>
            </a:lvl6pPr>
            <a:lvl7pPr>
              <a:defRPr sz="1500"/>
            </a:lvl7pPr>
            <a:lvl8pPr>
              <a:defRPr sz="1500"/>
            </a:lvl8pPr>
            <a:lvl9pPr>
              <a:defRPr sz="15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9" name="Title 1"/>
          <p:cNvSpPr>
            <a:spLocks noGrp="1"/>
          </p:cNvSpPr>
          <p:nvPr>
            <p:ph type="title"/>
          </p:nvPr>
        </p:nvSpPr>
        <p:spPr>
          <a:xfrm>
            <a:off x="355919" y="342900"/>
            <a:ext cx="8160621" cy="587542"/>
          </a:xfrm>
        </p:spPr>
        <p:txBody>
          <a:bodyPr anchor="b">
            <a:normAutofit/>
          </a:bodyPr>
          <a:lstStyle>
            <a:lvl1pPr>
              <a:defRPr sz="2800">
                <a:solidFill>
                  <a:schemeClr val="bg1"/>
                </a:solidFill>
              </a:defRPr>
            </a:lvl1pPr>
          </a:lstStyle>
          <a:p>
            <a:r>
              <a:rPr lang="en-GB"/>
              <a:t>Click to edit Master title style</a:t>
            </a:r>
            <a:endParaRPr lang="en-AU" dirty="0"/>
          </a:p>
        </p:txBody>
      </p:sp>
      <p:sp>
        <p:nvSpPr>
          <p:cNvPr id="10" name="Text Placeholder 3"/>
          <p:cNvSpPr>
            <a:spLocks noGrp="1"/>
          </p:cNvSpPr>
          <p:nvPr>
            <p:ph type="body" sz="half" idx="2" hasCustomPrompt="1"/>
          </p:nvPr>
        </p:nvSpPr>
        <p:spPr>
          <a:xfrm>
            <a:off x="355920" y="946609"/>
            <a:ext cx="8160620" cy="586164"/>
          </a:xfrm>
        </p:spPr>
        <p:txBody>
          <a:bodyPr>
            <a:normAutofit/>
          </a:bodyPr>
          <a:lstStyle>
            <a:lvl1pPr marL="0" indent="0">
              <a:buNone/>
              <a:defRPr sz="1400" b="0" i="0">
                <a:solidFill>
                  <a:schemeClr val="bg1"/>
                </a:solidFill>
                <a:latin typeface="Montserrat" pitchFamily="2" charset="77"/>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Tree>
    <p:extLst>
      <p:ext uri="{BB962C8B-B14F-4D97-AF65-F5344CB8AC3E}">
        <p14:creationId xmlns:p14="http://schemas.microsoft.com/office/powerpoint/2010/main" val="2019213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2" name="Title 1"/>
          <p:cNvSpPr>
            <a:spLocks noGrp="1"/>
          </p:cNvSpPr>
          <p:nvPr>
            <p:ph type="ctrTitle" hasCustomPrompt="1"/>
          </p:nvPr>
        </p:nvSpPr>
        <p:spPr>
          <a:xfrm>
            <a:off x="355919" y="1668405"/>
            <a:ext cx="6347825" cy="1611674"/>
          </a:xfrm>
        </p:spPr>
        <p:txBody>
          <a:bodyPr lIns="0" tIns="0" anchor="b">
            <a:noAutofit/>
          </a:bodyPr>
          <a:lstStyle>
            <a:lvl1pPr algn="l">
              <a:lnSpc>
                <a:spcPct val="80000"/>
              </a:lnSpc>
              <a:defRPr sz="5400">
                <a:solidFill>
                  <a:srgbClr val="FFFFFF"/>
                </a:solidFill>
                <a:latin typeface="+mj-lt"/>
              </a:defRPr>
            </a:lvl1pPr>
          </a:lstStyle>
          <a:p>
            <a:r>
              <a:rPr lang="en-US" dirty="0"/>
              <a:t>Stand</a:t>
            </a:r>
            <a:br>
              <a:rPr lang="en-US" dirty="0"/>
            </a:br>
            <a:r>
              <a:rPr lang="en-US" dirty="0"/>
              <a:t>for purpose</a:t>
            </a:r>
          </a:p>
        </p:txBody>
      </p:sp>
      <p:pic>
        <p:nvPicPr>
          <p:cNvPr id="8" name="Picture 7"/>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55919" y="3994484"/>
            <a:ext cx="1043848" cy="858946"/>
          </a:xfrm>
          <a:prstGeom prst="rect">
            <a:avLst/>
          </a:prstGeom>
        </p:spPr>
      </p:pic>
    </p:spTree>
    <p:extLst>
      <p:ext uri="{BB962C8B-B14F-4D97-AF65-F5344CB8AC3E}">
        <p14:creationId xmlns:p14="http://schemas.microsoft.com/office/powerpoint/2010/main" val="380298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tudy areas">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0700695"/>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ccommodation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943848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lobal reach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572620"/>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mestic campuses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382048"/>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6006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pening slide (txt &amp; im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296630"/>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lumMod val="85000"/>
          </a:schemeClr>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44321" y="6754066"/>
            <a:ext cx="9144000" cy="5143500"/>
          </a:xfrm>
          <a:prstGeom prst="rect">
            <a:avLst/>
          </a:prstGeom>
        </p:spPr>
      </p:pic>
      <p:pic>
        <p:nvPicPr>
          <p:cNvPr id="13" name="Picture 1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293401" y="6870243"/>
            <a:ext cx="9144000" cy="5143500"/>
          </a:xfrm>
          <a:prstGeom prst="rect">
            <a:avLst/>
          </a:prstGeom>
        </p:spPr>
      </p:pic>
      <p:pic>
        <p:nvPicPr>
          <p:cNvPr id="14" name="Picture 13"/>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679323" y="6637889"/>
            <a:ext cx="9144000" cy="5143500"/>
          </a:xfrm>
          <a:prstGeom prst="rect">
            <a:avLst/>
          </a:prstGeom>
        </p:spPr>
      </p:pic>
      <p:pic>
        <p:nvPicPr>
          <p:cNvPr id="15" name="Picture 14"/>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3438190" y="1515575"/>
            <a:ext cx="1138338" cy="888108"/>
          </a:xfrm>
          <a:prstGeom prst="rect">
            <a:avLst/>
          </a:prstGeom>
        </p:spPr>
      </p:pic>
      <p:pic>
        <p:nvPicPr>
          <p:cNvPr id="16" name="Picture 15"/>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883301" y="1521820"/>
            <a:ext cx="1138338" cy="888108"/>
          </a:xfrm>
          <a:prstGeom prst="rect">
            <a:avLst/>
          </a:prstGeom>
        </p:spPr>
      </p:pic>
      <p:pic>
        <p:nvPicPr>
          <p:cNvPr id="17" name="Picture 16"/>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526728" y="1494055"/>
            <a:ext cx="1138338" cy="888108"/>
          </a:xfrm>
          <a:prstGeom prst="rect">
            <a:avLst/>
          </a:prstGeom>
        </p:spPr>
      </p:pic>
      <p:pic>
        <p:nvPicPr>
          <p:cNvPr id="18" name="Picture 17"/>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6683794" y="1934529"/>
            <a:ext cx="287930" cy="272994"/>
          </a:xfrm>
          <a:prstGeom prst="rect">
            <a:avLst/>
          </a:prstGeom>
        </p:spPr>
      </p:pic>
      <p:pic>
        <p:nvPicPr>
          <p:cNvPr id="19" name="Picture 18"/>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5961152" y="1939678"/>
            <a:ext cx="287930" cy="272994"/>
          </a:xfrm>
          <a:prstGeom prst="rect">
            <a:avLst/>
          </a:prstGeom>
        </p:spPr>
      </p:pic>
      <p:pic>
        <p:nvPicPr>
          <p:cNvPr id="20" name="Picture 19"/>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5961152" y="1584952"/>
            <a:ext cx="287930" cy="272994"/>
          </a:xfrm>
          <a:prstGeom prst="rect">
            <a:avLst/>
          </a:prstGeom>
        </p:spPr>
      </p:pic>
      <p:pic>
        <p:nvPicPr>
          <p:cNvPr id="21" name="Picture 20"/>
          <p:cNvPicPr>
            <a:picLocks noChangeAspect="1"/>
          </p:cNvPicPr>
          <p:nvPr userDrawn="1"/>
        </p:nvPicPr>
        <p:blipFill>
          <a:blip r:embed="rId11" cstate="screen">
            <a:extLst>
              <a:ext uri="{28A0092B-C50C-407E-A947-70E740481C1C}">
                <a14:useLocalDpi xmlns:a14="http://schemas.microsoft.com/office/drawing/2010/main"/>
              </a:ext>
            </a:extLst>
          </a:blip>
          <a:stretch>
            <a:fillRect/>
          </a:stretch>
        </p:blipFill>
        <p:spPr>
          <a:xfrm>
            <a:off x="5940743" y="1222631"/>
            <a:ext cx="287930" cy="272994"/>
          </a:xfrm>
          <a:prstGeom prst="rect">
            <a:avLst/>
          </a:prstGeom>
        </p:spPr>
      </p:pic>
      <p:pic>
        <p:nvPicPr>
          <p:cNvPr id="22" name="Picture 21"/>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a:off x="6322473" y="1944620"/>
            <a:ext cx="287930" cy="272994"/>
          </a:xfrm>
          <a:prstGeom prst="rect">
            <a:avLst/>
          </a:prstGeom>
        </p:spPr>
      </p:pic>
      <p:pic>
        <p:nvPicPr>
          <p:cNvPr id="23" name="Picture 2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6324128" y="1594101"/>
            <a:ext cx="287930" cy="272994"/>
          </a:xfrm>
          <a:prstGeom prst="rect">
            <a:avLst/>
          </a:prstGeom>
        </p:spPr>
      </p:pic>
      <p:pic>
        <p:nvPicPr>
          <p:cNvPr id="24" name="Picture 23"/>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6324128" y="598449"/>
            <a:ext cx="287930" cy="272994"/>
          </a:xfrm>
          <a:prstGeom prst="rect">
            <a:avLst/>
          </a:prstGeom>
        </p:spPr>
      </p:pic>
      <p:pic>
        <p:nvPicPr>
          <p:cNvPr id="27" name="Picture 26"/>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6246859" y="1209890"/>
            <a:ext cx="287930" cy="272994"/>
          </a:xfrm>
          <a:prstGeom prst="rect">
            <a:avLst/>
          </a:prstGeom>
        </p:spPr>
      </p:pic>
      <p:pic>
        <p:nvPicPr>
          <p:cNvPr id="28" name="Picture 27"/>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5958929" y="602078"/>
            <a:ext cx="287930" cy="272994"/>
          </a:xfrm>
          <a:prstGeom prst="rect">
            <a:avLst/>
          </a:prstGeom>
        </p:spPr>
      </p:pic>
      <p:pic>
        <p:nvPicPr>
          <p:cNvPr id="29" name="Picture 28"/>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241196" y="893508"/>
            <a:ext cx="287930" cy="272994"/>
          </a:xfrm>
          <a:prstGeom prst="rect">
            <a:avLst/>
          </a:prstGeom>
        </p:spPr>
      </p:pic>
      <p:pic>
        <p:nvPicPr>
          <p:cNvPr id="30" name="Picture 29"/>
          <p:cNvPicPr>
            <a:picLocks noChangeAspect="1"/>
          </p:cNvPicPr>
          <p:nvPr userDrawn="1"/>
        </p:nvPicPr>
        <p:blipFill>
          <a:blip r:embed="rId18" cstate="screen">
            <a:extLst>
              <a:ext uri="{28A0092B-C50C-407E-A947-70E740481C1C}">
                <a14:useLocalDpi xmlns:a14="http://schemas.microsoft.com/office/drawing/2010/main"/>
              </a:ext>
            </a:extLst>
          </a:blip>
          <a:stretch>
            <a:fillRect/>
          </a:stretch>
        </p:blipFill>
        <p:spPr>
          <a:xfrm>
            <a:off x="5958929" y="930380"/>
            <a:ext cx="287930" cy="272994"/>
          </a:xfrm>
          <a:prstGeom prst="rect">
            <a:avLst/>
          </a:prstGeom>
        </p:spPr>
      </p:pic>
      <p:sp>
        <p:nvSpPr>
          <p:cNvPr id="49" name="Rectangle 48"/>
          <p:cNvSpPr/>
          <p:nvPr userDrawn="1"/>
        </p:nvSpPr>
        <p:spPr>
          <a:xfrm>
            <a:off x="5861789" y="44822"/>
            <a:ext cx="1931939" cy="369332"/>
          </a:xfrm>
          <a:prstGeom prst="rect">
            <a:avLst/>
          </a:prstGeom>
        </p:spPr>
        <p:txBody>
          <a:bodyPr wrap="none">
            <a:spAutoFit/>
          </a:bodyPr>
          <a:lstStyle/>
          <a:p>
            <a:r>
              <a:rPr lang="en-AU" b="0" i="0" dirty="0">
                <a:latin typeface="Montserrat" pitchFamily="2" charset="77"/>
              </a:rPr>
              <a:t>Icons for topics</a:t>
            </a:r>
          </a:p>
        </p:txBody>
      </p:sp>
      <p:sp>
        <p:nvSpPr>
          <p:cNvPr id="51" name="Rectangle 50"/>
          <p:cNvSpPr/>
          <p:nvPr userDrawn="1"/>
        </p:nvSpPr>
        <p:spPr>
          <a:xfrm>
            <a:off x="435386" y="930380"/>
            <a:ext cx="1787669" cy="369332"/>
          </a:xfrm>
          <a:prstGeom prst="rect">
            <a:avLst/>
          </a:prstGeom>
        </p:spPr>
        <p:txBody>
          <a:bodyPr wrap="none">
            <a:spAutoFit/>
          </a:bodyPr>
          <a:lstStyle/>
          <a:p>
            <a:r>
              <a:rPr lang="en-AU" b="0" i="0" dirty="0">
                <a:latin typeface="Montserrat" pitchFamily="2" charset="77"/>
              </a:rPr>
              <a:t>Primary logos</a:t>
            </a:r>
          </a:p>
        </p:txBody>
      </p:sp>
      <p:sp>
        <p:nvSpPr>
          <p:cNvPr id="52" name="Rectangle 51"/>
          <p:cNvSpPr/>
          <p:nvPr userDrawn="1"/>
        </p:nvSpPr>
        <p:spPr>
          <a:xfrm>
            <a:off x="1028403" y="7561682"/>
            <a:ext cx="1816523" cy="369332"/>
          </a:xfrm>
          <a:prstGeom prst="rect">
            <a:avLst/>
          </a:prstGeom>
        </p:spPr>
        <p:txBody>
          <a:bodyPr wrap="none">
            <a:spAutoFit/>
          </a:bodyPr>
          <a:lstStyle/>
          <a:p>
            <a:r>
              <a:rPr lang="en-AU" b="0" i="0" dirty="0">
                <a:latin typeface="Montserrat" pitchFamily="2" charset="77"/>
              </a:rPr>
              <a:t>UOW overlays</a:t>
            </a:r>
          </a:p>
        </p:txBody>
      </p:sp>
    </p:spTree>
    <p:extLst>
      <p:ext uri="{BB962C8B-B14F-4D97-AF65-F5344CB8AC3E}">
        <p14:creationId xmlns:p14="http://schemas.microsoft.com/office/powerpoint/2010/main" val="2160326615"/>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7" name="Content Placeholder 2"/>
          <p:cNvSpPr>
            <a:spLocks noGrp="1"/>
          </p:cNvSpPr>
          <p:nvPr>
            <p:ph sz="half" idx="1"/>
          </p:nvPr>
        </p:nvSpPr>
        <p:spPr>
          <a:xfrm>
            <a:off x="457200" y="1329141"/>
            <a:ext cx="7279974" cy="3367158"/>
          </a:xfrm>
        </p:spPr>
        <p:txBody>
          <a:bodyPr>
            <a:normAutofit/>
          </a:bodyPr>
          <a:lstStyle>
            <a:lvl1pPr>
              <a:defRPr sz="1350" b="0" i="0">
                <a:latin typeface="Montserrat" pitchFamily="2" charset="77"/>
              </a:defRPr>
            </a:lvl1pPr>
            <a:lvl2pPr>
              <a:defRPr sz="1275" b="0" i="0">
                <a:latin typeface="Montserrat" pitchFamily="2" charset="77"/>
              </a:defRPr>
            </a:lvl2pPr>
            <a:lvl3pPr>
              <a:defRPr sz="1200" b="0" i="0">
                <a:latin typeface="Montserrat" pitchFamily="2" charset="77"/>
              </a:defRPr>
            </a:lvl3pPr>
            <a:lvl4pPr>
              <a:defRPr sz="1125" b="0" i="0">
                <a:latin typeface="Montserrat" pitchFamily="2" charset="77"/>
              </a:defRPr>
            </a:lvl4pPr>
            <a:lvl5pPr>
              <a:defRPr sz="1050" b="0" i="0">
                <a:latin typeface="Montserrat" pitchFamily="2" charset="77"/>
              </a:defRPr>
            </a:lvl5pPr>
            <a:lvl6pPr>
              <a:defRPr sz="1350"/>
            </a:lvl6pPr>
            <a:lvl7pPr>
              <a:defRPr sz="1350"/>
            </a:lvl7pPr>
            <a:lvl8pPr>
              <a:defRPr sz="1350"/>
            </a:lvl8pPr>
            <a:lvl9pPr>
              <a:defRPr sz="135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43175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Tree>
    <p:extLst>
      <p:ext uri="{BB962C8B-B14F-4D97-AF65-F5344CB8AC3E}">
        <p14:creationId xmlns:p14="http://schemas.microsoft.com/office/powerpoint/2010/main" val="2296656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7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4803428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8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14065283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9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1170245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0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4290657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11_Title slide">
    <p:bg>
      <p:bgPr>
        <a:solidFill>
          <a:schemeClr val="accent1"/>
        </a:solidFill>
        <a:effectLst/>
      </p:bgPr>
    </p:bg>
    <p:spTree>
      <p:nvGrpSpPr>
        <p:cNvPr id="1" name=""/>
        <p:cNvGrpSpPr/>
        <p:nvPr/>
      </p:nvGrpSpPr>
      <p:grpSpPr>
        <a:xfrm>
          <a:off x="0" y="0"/>
          <a:ext cx="0" cy="0"/>
          <a:chOff x="0" y="0"/>
          <a:chExt cx="0" cy="0"/>
        </a:xfrm>
      </p:grpSpPr>
      <p:sp>
        <p:nvSpPr>
          <p:cNvPr id="12" name="Content Placeholder 11"/>
          <p:cNvSpPr>
            <a:spLocks noGrp="1"/>
          </p:cNvSpPr>
          <p:nvPr>
            <p:ph sz="quarter" idx="13"/>
          </p:nvPr>
        </p:nvSpPr>
        <p:spPr>
          <a:xfrm>
            <a:off x="292970" y="1781548"/>
            <a:ext cx="5691188" cy="1700612"/>
          </a:xfrm>
        </p:spPr>
        <p:txBody>
          <a:bodyPr lIns="0" tIns="0"/>
          <a:lstStyle>
            <a:lvl1pPr marL="0" indent="0">
              <a:lnSpc>
                <a:spcPct val="80000"/>
              </a:lnSpc>
              <a:buNone/>
              <a:defRPr sz="4500">
                <a:solidFill>
                  <a:srgbClr val="FFFFFF"/>
                </a:solidFill>
                <a:latin typeface="+mj-lt"/>
              </a:defRPr>
            </a:lvl1pPr>
          </a:lstStyle>
          <a:p>
            <a:pPr lvl="0"/>
            <a:r>
              <a:rPr lang="en-AU" dirty="0"/>
              <a:t>Click to edit Master text styles</a:t>
            </a:r>
          </a:p>
        </p:txBody>
      </p:sp>
      <p:sp>
        <p:nvSpPr>
          <p:cNvPr id="13" name="Content Placeholder 11"/>
          <p:cNvSpPr>
            <a:spLocks noGrp="1"/>
          </p:cNvSpPr>
          <p:nvPr>
            <p:ph sz="quarter" idx="14" hasCustomPrompt="1"/>
          </p:nvPr>
        </p:nvSpPr>
        <p:spPr>
          <a:xfrm>
            <a:off x="292970" y="3482160"/>
            <a:ext cx="5623504" cy="1267880"/>
          </a:xfrm>
        </p:spPr>
        <p:txBody>
          <a:bodyPr lIns="0" tIns="0">
            <a:normAutofit/>
          </a:bodyPr>
          <a:lstStyle>
            <a:lvl1pPr marL="0" indent="0">
              <a:buNone/>
              <a:defRPr sz="1200" cap="all">
                <a:solidFill>
                  <a:srgbClr val="FFFFFF"/>
                </a:solidFill>
                <a:latin typeface="+mn-lt"/>
              </a:defRPr>
            </a:lvl1pPr>
          </a:lstStyle>
          <a:p>
            <a:pPr lvl="0"/>
            <a:r>
              <a:rPr lang="en-AU" dirty="0" err="1"/>
              <a:t>subheadinG</a:t>
            </a:r>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311258" y="3933630"/>
            <a:ext cx="1425278" cy="879609"/>
          </a:xfrm>
          <a:prstGeom prst="rect">
            <a:avLst/>
          </a:prstGeom>
        </p:spPr>
      </p:pic>
    </p:spTree>
    <p:extLst>
      <p:ext uri="{BB962C8B-B14F-4D97-AF65-F5344CB8AC3E}">
        <p14:creationId xmlns:p14="http://schemas.microsoft.com/office/powerpoint/2010/main" val="12520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GB"/>
              <a:t>Click to edit Master title style</a:t>
            </a:r>
            <a:endParaRPr lang="en-AU"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AU"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b="0" i="0">
                <a:solidFill>
                  <a:schemeClr val="tx1">
                    <a:tint val="75000"/>
                  </a:schemeClr>
                </a:solidFill>
                <a:latin typeface="Montserrat" pitchFamily="2" charset="77"/>
              </a:defRPr>
            </a:lvl1pPr>
          </a:lstStyle>
          <a:p>
            <a:fld id="{DA7B4246-FDFA-7E4C-A54D-095A75DA82FF}" type="slidenum">
              <a:rPr lang="en-US" smtClean="0"/>
              <a:pPr/>
              <a:t>‹#›</a:t>
            </a:fld>
            <a:endParaRPr lang="en-US" dirty="0"/>
          </a:p>
        </p:txBody>
      </p:sp>
    </p:spTree>
    <p:extLst>
      <p:ext uri="{BB962C8B-B14F-4D97-AF65-F5344CB8AC3E}">
        <p14:creationId xmlns:p14="http://schemas.microsoft.com/office/powerpoint/2010/main" val="557313756"/>
      </p:ext>
    </p:extLst>
  </p:cSld>
  <p:clrMap bg1="lt1" tx1="dk1" bg2="lt2" tx2="dk2" accent1="accent1" accent2="accent2" accent3="accent3" accent4="accent4" accent5="accent5" accent6="accent6" hlink="hlink" folHlink="folHlink"/>
  <p:sldLayoutIdLst>
    <p:sldLayoutId id="2147483673" r:id="rId1"/>
    <p:sldLayoutId id="2147483679" r:id="rId2"/>
    <p:sldLayoutId id="2147483678" r:id="rId3"/>
    <p:sldLayoutId id="2147483681" r:id="rId4"/>
    <p:sldLayoutId id="2147483692" r:id="rId5"/>
    <p:sldLayoutId id="2147483682" r:id="rId6"/>
    <p:sldLayoutId id="2147483685" r:id="rId7"/>
    <p:sldLayoutId id="2147483675" r:id="rId8"/>
    <p:sldLayoutId id="2147483691" r:id="rId9"/>
    <p:sldLayoutId id="2147483690" r:id="rId10"/>
    <p:sldLayoutId id="2147483688" r:id="rId11"/>
    <p:sldLayoutId id="2147483689" r:id="rId12"/>
    <p:sldLayoutId id="2147483668" r:id="rId13"/>
    <p:sldLayoutId id="2147483680" r:id="rId14"/>
    <p:sldLayoutId id="2147483662" r:id="rId15"/>
    <p:sldLayoutId id="2147483696" r:id="rId16"/>
    <p:sldLayoutId id="2147483702" r:id="rId17"/>
    <p:sldLayoutId id="2147483721" r:id="rId18"/>
    <p:sldLayoutId id="2147483722" r:id="rId19"/>
    <p:sldLayoutId id="2147483723" r:id="rId20"/>
    <p:sldLayoutId id="2147483724" r:id="rId21"/>
    <p:sldLayoutId id="2147483725" r:id="rId22"/>
  </p:sldLayoutIdLst>
  <p:hf hdr="0" dt="0"/>
  <p:txStyles>
    <p:title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00" b="0" i="0" kern="1200">
          <a:solidFill>
            <a:schemeClr val="tx1"/>
          </a:solidFill>
          <a:latin typeface="Montserrat"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600" b="0" i="0" kern="1200">
          <a:solidFill>
            <a:schemeClr val="tx1"/>
          </a:solidFill>
          <a:latin typeface="Montserrat"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6.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25.jpeg"/><Relationship Id="rId4" Type="http://schemas.openxmlformats.org/officeDocument/2006/relationships/image" Target="../media/image2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hyperlink" Target="https://www.youtube.com/watch?time_continue=18&amp;v=khLWLtxmMGM"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3" Type="http://schemas.openxmlformats.org/officeDocument/2006/relationships/hyperlink" Target="https://communications.dpc.nsw.gov.au/branding/" TargetMode="External"/><Relationship Id="rId7" Type="http://schemas.openxmlformats.org/officeDocument/2006/relationships/hyperlink" Target="https://en.facebookbrand.com/" TargetMode="External"/><Relationship Id="rId2" Type="http://schemas.openxmlformats.org/officeDocument/2006/relationships/hyperlink" Target="https://www.uow.edu.au/brand/" TargetMode="External"/><Relationship Id="rId1" Type="http://schemas.openxmlformats.org/officeDocument/2006/relationships/slideLayout" Target="../slideLayouts/slideLayout16.xml"/><Relationship Id="rId6" Type="http://schemas.openxmlformats.org/officeDocument/2006/relationships/hyperlink" Target="https://developer.spotify.com/branding-guidelines/" TargetMode="External"/><Relationship Id="rId5" Type="http://schemas.openxmlformats.org/officeDocument/2006/relationships/hyperlink" Target="http://rizzo.lonelyplanet.com/styleguide/design-elements/colours" TargetMode="External"/><Relationship Id="rId4" Type="http://schemas.openxmlformats.org/officeDocument/2006/relationships/hyperlink" Target="https://developer.apple.com/app-store/marketing/guideline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hyperlink" Target="https://dirtarchitecture.wordpress.com/uxsort/" TargetMode="External"/><Relationship Id="rId7" Type="http://schemas.openxmlformats.org/officeDocument/2006/relationships/hyperlink" Target="https://www.optimalworkshop.com/optimalsort" TargetMode="External"/><Relationship Id="rId2" Type="http://schemas.openxmlformats.org/officeDocument/2006/relationships/hyperlink" Target="https://www.optimalworkshop.com/" TargetMode="External"/><Relationship Id="rId1" Type="http://schemas.openxmlformats.org/officeDocument/2006/relationships/slideLayout" Target="../slideLayouts/slideLayout16.xml"/><Relationship Id="rId6" Type="http://schemas.openxmlformats.org/officeDocument/2006/relationships/hyperlink" Target="https://www.interaction-design.org/literature/book/the-encyclopedia-of-human-computer-interaction-2nd-ed/card-sorting" TargetMode="External"/><Relationship Id="rId5" Type="http://schemas.openxmlformats.org/officeDocument/2006/relationships/hyperlink" Target="http://measuringuserexperience.com/CardSorting/index.htm" TargetMode="External"/><Relationship Id="rId4" Type="http://schemas.openxmlformats.org/officeDocument/2006/relationships/hyperlink" Target="https://www.userzoom.com/"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hyperlink" Target="http://www.usabilitybok.org/task-analysis" TargetMode="Externa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hyperlink" Target="http://www.uxmatters.com/mt/archives/2010/02/hierarchical-task-analysis.php" TargetMode="Externa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hyperlink" Target="https://www.nngroup.com/articles/persona/" TargetMode="External"/><Relationship Id="rId2" Type="http://schemas.openxmlformats.org/officeDocument/2006/relationships/hyperlink" Target="https://www.interaction-design.org/literature/article/personas-why-and-how-you-should-use-them" TargetMode="External"/><Relationship Id="rId1" Type="http://schemas.openxmlformats.org/officeDocument/2006/relationships/slideLayout" Target="../slideLayouts/slideLayout16.xml"/><Relationship Id="rId5" Type="http://schemas.openxmlformats.org/officeDocument/2006/relationships/hyperlink" Target="https://www.canva.com/learn/50-meticulous-style-guides-every-startup-see-launching/" TargetMode="External"/><Relationship Id="rId4" Type="http://schemas.openxmlformats.org/officeDocument/2006/relationships/hyperlink" Target="https://www.ideo.com/case-study/designing-the-levis-commuter-trucker-jacket-with-jacquard-by-google"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ctrTitle"/>
          </p:nvPr>
        </p:nvSpPr>
        <p:spPr>
          <a:xfrm>
            <a:off x="355919" y="1545115"/>
            <a:ext cx="6856644" cy="1611674"/>
          </a:xfrm>
        </p:spPr>
        <p:txBody>
          <a:bodyPr/>
          <a:lstStyle/>
          <a:p>
            <a:r>
              <a:rPr lang="en-AU" spc="-113" dirty="0">
                <a:solidFill>
                  <a:schemeClr val="bg1"/>
                </a:solidFill>
              </a:rPr>
              <a:t>Interaction Design and Development II: </a:t>
            </a:r>
            <a:r>
              <a:rPr lang="en-AU" dirty="0">
                <a:solidFill>
                  <a:schemeClr val="bg1"/>
                </a:solidFill>
              </a:rPr>
              <a:t>Requirements &amp; </a:t>
            </a:r>
            <a:r>
              <a:rPr lang="en-AU" spc="-113" dirty="0">
                <a:solidFill>
                  <a:schemeClr val="bg1"/>
                </a:solidFill>
              </a:rPr>
              <a:t>Beyond</a:t>
            </a:r>
            <a:endParaRPr lang="en-US" dirty="0"/>
          </a:p>
        </p:txBody>
      </p:sp>
      <p:sp>
        <p:nvSpPr>
          <p:cNvPr id="11" name="Subtitle 2"/>
          <p:cNvSpPr>
            <a:spLocks noGrp="1"/>
          </p:cNvSpPr>
          <p:nvPr>
            <p:ph type="subTitle" idx="1"/>
          </p:nvPr>
        </p:nvSpPr>
        <p:spPr>
          <a:xfrm>
            <a:off x="355919" y="3329266"/>
            <a:ext cx="9365597" cy="833660"/>
          </a:xfrm>
        </p:spPr>
        <p:txBody>
          <a:bodyPr>
            <a:normAutofit/>
          </a:bodyPr>
          <a:lstStyle/>
          <a:p>
            <a:r>
              <a:rPr lang="en-US" dirty="0"/>
              <a:t>SPRING 2020</a:t>
            </a:r>
          </a:p>
          <a:p>
            <a:r>
              <a:rPr lang="en-US" dirty="0"/>
              <a:t>DR MARK FREEMAN</a:t>
            </a:r>
          </a:p>
        </p:txBody>
      </p:sp>
    </p:spTree>
    <p:extLst>
      <p:ext uri="{BB962C8B-B14F-4D97-AF65-F5344CB8AC3E}">
        <p14:creationId xmlns:p14="http://schemas.microsoft.com/office/powerpoint/2010/main" val="3118731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half" idx="1"/>
            <p:extLst>
              <p:ext uri="{D42A27DB-BD31-4B8C-83A1-F6EECF244321}">
                <p14:modId xmlns:p14="http://schemas.microsoft.com/office/powerpoint/2010/main" val="1953019522"/>
              </p:ext>
            </p:extLst>
          </p:nvPr>
        </p:nvGraphicFramePr>
        <p:xfrm>
          <a:off x="170984" y="230458"/>
          <a:ext cx="8749991" cy="4756422"/>
        </p:xfrm>
        <a:graphic>
          <a:graphicData uri="http://schemas.openxmlformats.org/drawingml/2006/table">
            <a:tbl>
              <a:tblPr firstRow="1" bandRow="1">
                <a:tableStyleId>{F5AB1C69-6EDB-4FF4-983F-18BD219EF322}</a:tableStyleId>
              </a:tblPr>
              <a:tblGrid>
                <a:gridCol w="925871">
                  <a:extLst>
                    <a:ext uri="{9D8B030D-6E8A-4147-A177-3AD203B41FA5}">
                      <a16:colId xmlns:a16="http://schemas.microsoft.com/office/drawing/2014/main" val="20000"/>
                    </a:ext>
                  </a:extLst>
                </a:gridCol>
                <a:gridCol w="4907457">
                  <a:extLst>
                    <a:ext uri="{9D8B030D-6E8A-4147-A177-3AD203B41FA5}">
                      <a16:colId xmlns:a16="http://schemas.microsoft.com/office/drawing/2014/main" val="20001"/>
                    </a:ext>
                  </a:extLst>
                </a:gridCol>
                <a:gridCol w="2916663">
                  <a:extLst>
                    <a:ext uri="{9D8B030D-6E8A-4147-A177-3AD203B41FA5}">
                      <a16:colId xmlns:a16="http://schemas.microsoft.com/office/drawing/2014/main" val="20002"/>
                    </a:ext>
                  </a:extLst>
                </a:gridCol>
              </a:tblGrid>
              <a:tr h="335375">
                <a:tc>
                  <a:txBody>
                    <a:bodyPr/>
                    <a:lstStyle/>
                    <a:p>
                      <a:r>
                        <a:rPr lang="en-AU" sz="1000" dirty="0">
                          <a:latin typeface="+mn-lt"/>
                        </a:rPr>
                        <a:t>Week</a:t>
                      </a:r>
                    </a:p>
                  </a:txBody>
                  <a:tcPr marL="68580" marR="68580" marT="34290" marB="34290"/>
                </a:tc>
                <a:tc>
                  <a:txBody>
                    <a:bodyPr/>
                    <a:lstStyle/>
                    <a:p>
                      <a:r>
                        <a:rPr lang="en-AU" sz="1000" dirty="0"/>
                        <a:t>Topic</a:t>
                      </a:r>
                      <a:endParaRPr lang="en-AU" sz="1000" b="0" dirty="0">
                        <a:latin typeface="+mn-lt"/>
                      </a:endParaRPr>
                    </a:p>
                  </a:txBody>
                  <a:tcPr marL="68580" marR="68580" marT="34290" marB="34290"/>
                </a:tc>
                <a:tc>
                  <a:txBody>
                    <a:bodyPr/>
                    <a:lstStyle/>
                    <a:p>
                      <a:r>
                        <a:rPr lang="en-AU" sz="1000" dirty="0"/>
                        <a:t>Reading</a:t>
                      </a:r>
                      <a:endParaRPr lang="en-AU" sz="1000" b="0" dirty="0">
                        <a:latin typeface="+mn-lt"/>
                      </a:endParaRPr>
                    </a:p>
                  </a:txBody>
                  <a:tcPr marL="68580" marR="68580" marT="34290" marB="34290"/>
                </a:tc>
                <a:extLst>
                  <a:ext uri="{0D108BD9-81ED-4DB2-BD59-A6C34878D82A}">
                    <a16:rowId xmlns:a16="http://schemas.microsoft.com/office/drawing/2014/main" val="10000"/>
                  </a:ext>
                </a:extLst>
              </a:tr>
              <a:tr h="335375">
                <a:tc>
                  <a:txBody>
                    <a:bodyPr/>
                    <a:lstStyle/>
                    <a:p>
                      <a:pPr algn="ctr">
                        <a:lnSpc>
                          <a:spcPct val="115000"/>
                        </a:lnSpc>
                        <a:spcAft>
                          <a:spcPts val="0"/>
                        </a:spcAft>
                      </a:pPr>
                      <a:r>
                        <a:rPr lang="en-AU" sz="1000" dirty="0">
                          <a:effectLst/>
                        </a:rPr>
                        <a:t>1 </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Introduction to HCI; Design Principles</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Chapter 1 </a:t>
                      </a:r>
                      <a:endParaRPr lang="en-AU" sz="1000" dirty="0">
                        <a:solidFill>
                          <a:schemeClr val="bg1"/>
                        </a:solidFill>
                        <a:effectLst/>
                        <a:latin typeface="+mn-lt"/>
                        <a:ea typeface="Times New Roman"/>
                        <a:cs typeface="Times New Roman"/>
                      </a:endParaRPr>
                    </a:p>
                  </a:txBody>
                  <a:tcPr marL="51435" marR="51435" marT="0" marB="0" anchor="ctr">
                    <a:solidFill>
                      <a:schemeClr val="accent4">
                        <a:lumMod val="40000"/>
                        <a:lumOff val="60000"/>
                      </a:schemeClr>
                    </a:solidFill>
                  </a:tcPr>
                </a:tc>
                <a:extLst>
                  <a:ext uri="{0D108BD9-81ED-4DB2-BD59-A6C34878D82A}">
                    <a16:rowId xmlns:a16="http://schemas.microsoft.com/office/drawing/2014/main" val="10001"/>
                  </a:ext>
                </a:extLst>
              </a:tr>
              <a:tr h="335375">
                <a:tc>
                  <a:txBody>
                    <a:bodyPr/>
                    <a:lstStyle/>
                    <a:p>
                      <a:pPr algn="ctr">
                        <a:lnSpc>
                          <a:spcPct val="115000"/>
                        </a:lnSpc>
                        <a:spcAft>
                          <a:spcPts val="0"/>
                        </a:spcAft>
                      </a:pPr>
                      <a:r>
                        <a:rPr lang="en-AU" sz="1000" dirty="0">
                          <a:effectLst/>
                        </a:rPr>
                        <a:t>2 </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User-Centred</a:t>
                      </a:r>
                      <a:r>
                        <a:rPr lang="en-AU" sz="1000" baseline="0" dirty="0">
                          <a:effectLst/>
                        </a:rPr>
                        <a:t> Design Process</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Chapter 2 &amp; 3 / Gould et al. (1987)</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extLst>
                  <a:ext uri="{0D108BD9-81ED-4DB2-BD59-A6C34878D82A}">
                    <a16:rowId xmlns:a16="http://schemas.microsoft.com/office/drawing/2014/main" val="10002"/>
                  </a:ext>
                </a:extLst>
              </a:tr>
              <a:tr h="364547">
                <a:tc>
                  <a:txBody>
                    <a:bodyPr/>
                    <a:lstStyle/>
                    <a:p>
                      <a:pPr algn="ctr">
                        <a:lnSpc>
                          <a:spcPct val="115000"/>
                        </a:lnSpc>
                        <a:spcAft>
                          <a:spcPts val="0"/>
                        </a:spcAft>
                      </a:pPr>
                      <a:r>
                        <a:rPr lang="en-AU" sz="1000" dirty="0">
                          <a:effectLst/>
                        </a:rPr>
                        <a:t>3 </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User Interaction and Interfaces</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tc>
                  <a:txBody>
                    <a:bodyPr/>
                    <a:lstStyle/>
                    <a:p>
                      <a:pPr>
                        <a:lnSpc>
                          <a:spcPct val="115000"/>
                        </a:lnSpc>
                        <a:spcAft>
                          <a:spcPts val="0"/>
                        </a:spcAft>
                      </a:pPr>
                      <a:r>
                        <a:rPr lang="en-AU" sz="1000" dirty="0">
                          <a:effectLst/>
                        </a:rPr>
                        <a:t>Chapters 4, 5 &amp; 6 / Shin et al.</a:t>
                      </a:r>
                      <a:r>
                        <a:rPr lang="en-AU" sz="1000" baseline="0" dirty="0">
                          <a:effectLst/>
                        </a:rPr>
                        <a:t> (2017)</a:t>
                      </a:r>
                      <a:endParaRPr lang="en-AU" sz="1000" dirty="0">
                        <a:solidFill>
                          <a:srgbClr val="000000"/>
                        </a:solidFill>
                        <a:effectLst/>
                        <a:latin typeface="+mn-lt"/>
                        <a:ea typeface="Times New Roman"/>
                        <a:cs typeface="Times New Roman"/>
                      </a:endParaRPr>
                    </a:p>
                  </a:txBody>
                  <a:tcPr marL="51435" marR="51435" marT="0" marB="0" anchor="ctr">
                    <a:solidFill>
                      <a:schemeClr val="accent4">
                        <a:lumMod val="40000"/>
                        <a:lumOff val="60000"/>
                      </a:schemeClr>
                    </a:solidFill>
                  </a:tcPr>
                </a:tc>
                <a:extLst>
                  <a:ext uri="{0D108BD9-81ED-4DB2-BD59-A6C34878D82A}">
                    <a16:rowId xmlns:a16="http://schemas.microsoft.com/office/drawing/2014/main" val="10003"/>
                  </a:ext>
                </a:extLst>
              </a:tr>
              <a:tr h="346940">
                <a:tc>
                  <a:txBody>
                    <a:bodyPr/>
                    <a:lstStyle/>
                    <a:p>
                      <a:pPr algn="ctr">
                        <a:lnSpc>
                          <a:spcPct val="115000"/>
                        </a:lnSpc>
                        <a:spcAft>
                          <a:spcPts val="0"/>
                        </a:spcAft>
                      </a:pPr>
                      <a:r>
                        <a:rPr lang="en-AU" sz="1000" dirty="0">
                          <a:effectLst/>
                        </a:rPr>
                        <a:t>4 </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marL="0" marR="0" lvl="0" indent="0" algn="l" defTabSz="457200" rtl="0" eaLnBrk="1" fontAlgn="auto" latinLnBrk="0" hangingPunct="1">
                        <a:lnSpc>
                          <a:spcPct val="115000"/>
                        </a:lnSpc>
                        <a:spcBef>
                          <a:spcPts val="0"/>
                        </a:spcBef>
                        <a:spcAft>
                          <a:spcPts val="0"/>
                        </a:spcAft>
                        <a:buClrTx/>
                        <a:buSzTx/>
                        <a:buFontTx/>
                        <a:buNone/>
                        <a:tabLst/>
                        <a:defRPr/>
                      </a:pPr>
                      <a:r>
                        <a:rPr lang="en-AU" sz="1000" dirty="0">
                          <a:effectLst/>
                        </a:rPr>
                        <a:t>Interaction Design</a:t>
                      </a:r>
                      <a:r>
                        <a:rPr lang="en-AU" sz="1000" baseline="0" dirty="0">
                          <a:effectLst/>
                        </a:rPr>
                        <a:t> and Development I</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tc>
                  <a:txBody>
                    <a:bodyPr/>
                    <a:lstStyle/>
                    <a:p>
                      <a:pPr>
                        <a:lnSpc>
                          <a:spcPct val="115000"/>
                        </a:lnSpc>
                        <a:spcAft>
                          <a:spcPts val="0"/>
                        </a:spcAft>
                      </a:pPr>
                      <a:r>
                        <a:rPr lang="en-AU" sz="1000" dirty="0">
                          <a:effectLst/>
                        </a:rPr>
                        <a:t>Chapters</a:t>
                      </a:r>
                      <a:r>
                        <a:rPr lang="en-AU" sz="1000" baseline="0" dirty="0">
                          <a:effectLst/>
                        </a:rPr>
                        <a:t> 7 &amp; 8</a:t>
                      </a:r>
                      <a:endParaRPr lang="en-AU" sz="1000" dirty="0">
                        <a:solidFill>
                          <a:srgbClr val="000000"/>
                        </a:solidFill>
                        <a:effectLst/>
                        <a:latin typeface="+mn-lt"/>
                        <a:ea typeface="Times New Roman"/>
                        <a:cs typeface="Times New Roman"/>
                      </a:endParaRPr>
                    </a:p>
                  </a:txBody>
                  <a:tcPr marL="51435" marR="51435" marT="0" marB="0" anchor="ctr">
                    <a:solidFill>
                      <a:schemeClr val="bg1">
                        <a:lumMod val="85000"/>
                      </a:schemeClr>
                    </a:solidFill>
                  </a:tcPr>
                </a:tc>
                <a:extLst>
                  <a:ext uri="{0D108BD9-81ED-4DB2-BD59-A6C34878D82A}">
                    <a16:rowId xmlns:a16="http://schemas.microsoft.com/office/drawing/2014/main" val="10004"/>
                  </a:ext>
                </a:extLst>
              </a:tr>
              <a:tr h="355810">
                <a:tc>
                  <a:txBody>
                    <a:bodyPr/>
                    <a:lstStyle/>
                    <a:p>
                      <a:pPr algn="ctr">
                        <a:lnSpc>
                          <a:spcPct val="115000"/>
                        </a:lnSpc>
                        <a:spcAft>
                          <a:spcPts val="0"/>
                        </a:spcAft>
                      </a:pPr>
                      <a:r>
                        <a:rPr lang="en-AU" sz="1000" dirty="0">
                          <a:effectLst/>
                        </a:rPr>
                        <a:t>5 </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tc>
                  <a:txBody>
                    <a:bodyPr/>
                    <a:lstStyle/>
                    <a:p>
                      <a:pPr>
                        <a:lnSpc>
                          <a:spcPct val="115000"/>
                        </a:lnSpc>
                        <a:spcAft>
                          <a:spcPts val="0"/>
                        </a:spcAft>
                      </a:pPr>
                      <a:r>
                        <a:rPr lang="en-AU" sz="1000" kern="1200" dirty="0">
                          <a:effectLst/>
                        </a:rPr>
                        <a:t>Interaction Design and Development II</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tc>
                  <a:txBody>
                    <a:bodyPr/>
                    <a:lstStyle/>
                    <a:p>
                      <a:pPr>
                        <a:lnSpc>
                          <a:spcPct val="115000"/>
                        </a:lnSpc>
                        <a:spcAft>
                          <a:spcPts val="0"/>
                        </a:spcAft>
                      </a:pPr>
                      <a:r>
                        <a:rPr lang="en-AU" sz="1000" dirty="0">
                          <a:effectLst/>
                        </a:rPr>
                        <a:t>Chapters</a:t>
                      </a:r>
                      <a:r>
                        <a:rPr lang="en-AU" sz="1000" baseline="0" dirty="0">
                          <a:effectLst/>
                        </a:rPr>
                        <a:t> 9 &amp; 10</a:t>
                      </a:r>
                      <a:endParaRPr lang="en-AU" sz="1000" dirty="0">
                        <a:solidFill>
                          <a:srgbClr val="000000"/>
                        </a:solidFill>
                        <a:effectLst/>
                        <a:latin typeface="+mn-lt"/>
                        <a:ea typeface="Times New Roman"/>
                        <a:cs typeface="Times New Roman"/>
                      </a:endParaRPr>
                    </a:p>
                  </a:txBody>
                  <a:tcPr marL="51435" marR="51435" marT="0" marB="0" anchor="ctr">
                    <a:solidFill>
                      <a:schemeClr val="accent3">
                        <a:lumMod val="25000"/>
                        <a:lumOff val="75000"/>
                      </a:schemeClr>
                    </a:solidFill>
                  </a:tcPr>
                </a:tc>
                <a:extLst>
                  <a:ext uri="{0D108BD9-81ED-4DB2-BD59-A6C34878D82A}">
                    <a16:rowId xmlns:a16="http://schemas.microsoft.com/office/drawing/2014/main" val="10005"/>
                  </a:ext>
                </a:extLst>
              </a:tr>
              <a:tr h="335375">
                <a:tc>
                  <a:txBody>
                    <a:bodyPr/>
                    <a:lstStyle/>
                    <a:p>
                      <a:pPr algn="ctr">
                        <a:lnSpc>
                          <a:spcPct val="115000"/>
                        </a:lnSpc>
                        <a:spcAft>
                          <a:spcPts val="0"/>
                        </a:spcAft>
                      </a:pPr>
                      <a:r>
                        <a:rPr lang="en-AU" sz="1000" dirty="0">
                          <a:effectLst/>
                        </a:rPr>
                        <a:t>6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kern="1200" dirty="0">
                          <a:effectLst/>
                        </a:rPr>
                        <a:t>Interaction Design and Development III</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dirty="0">
                          <a:effectLst/>
                        </a:rPr>
                        <a:t>Chapters</a:t>
                      </a:r>
                      <a:r>
                        <a:rPr lang="en-AU" sz="1000" baseline="0" dirty="0">
                          <a:effectLst/>
                        </a:rPr>
                        <a:t> 11 &amp; 12</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6"/>
                  </a:ext>
                </a:extLst>
              </a:tr>
              <a:tr h="335375">
                <a:tc>
                  <a:txBody>
                    <a:bodyPr/>
                    <a:lstStyle/>
                    <a:p>
                      <a:pPr algn="ctr">
                        <a:lnSpc>
                          <a:spcPct val="115000"/>
                        </a:lnSpc>
                        <a:spcAft>
                          <a:spcPts val="0"/>
                        </a:spcAft>
                      </a:pPr>
                      <a:r>
                        <a:rPr lang="en-AU" sz="1000" dirty="0">
                          <a:effectLst/>
                        </a:rPr>
                        <a:t>7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kern="1200" dirty="0">
                          <a:effectLst/>
                        </a:rPr>
                        <a:t>Information Presentation</a:t>
                      </a:r>
                      <a:r>
                        <a:rPr lang="en-AU" sz="1000" kern="1200" baseline="0" dirty="0">
                          <a:effectLst/>
                        </a:rPr>
                        <a:t> and</a:t>
                      </a:r>
                      <a:r>
                        <a:rPr lang="en-AU" sz="1000" kern="1200" dirty="0">
                          <a:effectLst/>
                        </a:rPr>
                        <a:t> Design Patterns</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7"/>
                  </a:ext>
                </a:extLst>
              </a:tr>
              <a:tr h="335375">
                <a:tc>
                  <a:txBody>
                    <a:bodyPr/>
                    <a:lstStyle/>
                    <a:p>
                      <a:pPr algn="ctr">
                        <a:lnSpc>
                          <a:spcPct val="115000"/>
                        </a:lnSpc>
                        <a:spcAft>
                          <a:spcPts val="0"/>
                        </a:spcAft>
                      </a:pPr>
                      <a:r>
                        <a:rPr lang="en-AU" sz="1000" dirty="0">
                          <a:effectLst/>
                        </a:rPr>
                        <a:t>8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Usability Evaluation Methods I</a:t>
                      </a:r>
                      <a:endParaRPr lang="en-AU" sz="1000" dirty="0">
                        <a:effectLst/>
                        <a:latin typeface="+mn-lt"/>
                        <a:ea typeface="Calibri" panose="020F0502020204030204" pitchFamily="34" charset="0"/>
                        <a:cs typeface="Times New Roman" panose="02020603050405020304" pitchFamily="18" charset="0"/>
                      </a:endParaRPr>
                    </a:p>
                  </a:txBody>
                  <a:tcPr marL="14288" marR="14288" marT="14288" marB="14288" anchor="ct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AU" sz="1000" dirty="0">
                          <a:effectLst/>
                        </a:rPr>
                        <a:t>Chapters</a:t>
                      </a:r>
                      <a:r>
                        <a:rPr lang="en-AU" sz="1000" baseline="0" dirty="0">
                          <a:effectLst/>
                        </a:rPr>
                        <a:t> 13 / </a:t>
                      </a:r>
                      <a:r>
                        <a:rPr lang="en-AU" sz="1000" baseline="0" dirty="0" err="1">
                          <a:effectLst/>
                        </a:rPr>
                        <a:t>Borsci</a:t>
                      </a:r>
                      <a:r>
                        <a:rPr lang="en-AU" sz="1000" baseline="0" dirty="0">
                          <a:effectLst/>
                        </a:rPr>
                        <a:t> et al. (2015)</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8"/>
                  </a:ext>
                </a:extLst>
              </a:tr>
              <a:tr h="335375">
                <a:tc>
                  <a:txBody>
                    <a:bodyPr/>
                    <a:lstStyle/>
                    <a:p>
                      <a:pPr algn="ctr">
                        <a:lnSpc>
                          <a:spcPct val="115000"/>
                        </a:lnSpc>
                        <a:spcAft>
                          <a:spcPts val="0"/>
                        </a:spcAft>
                      </a:pPr>
                      <a:r>
                        <a:rPr lang="en-AU" sz="1000" dirty="0">
                          <a:effectLst/>
                        </a:rPr>
                        <a:t>9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Usability</a:t>
                      </a:r>
                      <a:r>
                        <a:rPr lang="en-AU" sz="1000" baseline="0" dirty="0">
                          <a:effectLst/>
                        </a:rPr>
                        <a:t> Evaluation Methods II</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Chapter</a:t>
                      </a:r>
                      <a:r>
                        <a:rPr lang="en-AU" sz="1000" baseline="0" dirty="0">
                          <a:effectLst/>
                        </a:rPr>
                        <a:t> 14, 15 &amp; 16</a:t>
                      </a:r>
                      <a:r>
                        <a:rPr lang="en-AU" sz="1000" dirty="0">
                          <a:effectLst/>
                        </a:rPr>
                        <a:t> </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09"/>
                  </a:ext>
                </a:extLst>
              </a:tr>
              <a:tr h="335375">
                <a:tc>
                  <a:txBody>
                    <a:bodyPr/>
                    <a:lstStyle/>
                    <a:p>
                      <a:pPr algn="ctr">
                        <a:lnSpc>
                          <a:spcPct val="115000"/>
                        </a:lnSpc>
                        <a:spcAft>
                          <a:spcPts val="0"/>
                        </a:spcAft>
                      </a:pPr>
                      <a:r>
                        <a:rPr lang="en-AU" sz="1000" dirty="0">
                          <a:effectLst/>
                        </a:rPr>
                        <a:t>10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Accessibility and Special Issues in HCI</a:t>
                      </a:r>
                      <a:endParaRPr lang="en-AU" sz="1000" dirty="0">
                        <a:effectLst/>
                        <a:latin typeface="+mn-lt"/>
                        <a:ea typeface="Calibri" panose="020F0502020204030204" pitchFamily="34" charset="0"/>
                        <a:cs typeface="Times New Roman" panose="02020603050405020304" pitchFamily="18" charset="0"/>
                      </a:endParaRPr>
                    </a:p>
                  </a:txBody>
                  <a:tcPr marL="14288" marR="14288" marT="14288" marB="14288" anchor="ctr"/>
                </a:tc>
                <a:tc>
                  <a:txBody>
                    <a:bodyPr/>
                    <a:lstStyle/>
                    <a:p>
                      <a:pPr>
                        <a:lnSpc>
                          <a:spcPct val="115000"/>
                        </a:lnSpc>
                        <a:spcAft>
                          <a:spcPts val="0"/>
                        </a:spcAft>
                      </a:pPr>
                      <a:r>
                        <a:rPr lang="en-AU" sz="1000" dirty="0">
                          <a:effectLst/>
                        </a:rPr>
                        <a:t>Online: WCAG2.0</a:t>
                      </a: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10"/>
                  </a:ext>
                </a:extLst>
              </a:tr>
              <a:tr h="335375">
                <a:tc>
                  <a:txBody>
                    <a:bodyPr/>
                    <a:lstStyle/>
                    <a:p>
                      <a:pPr algn="ctr">
                        <a:lnSpc>
                          <a:spcPct val="115000"/>
                        </a:lnSpc>
                        <a:spcAft>
                          <a:spcPts val="0"/>
                        </a:spcAft>
                      </a:pPr>
                      <a:r>
                        <a:rPr lang="en-AU" sz="1000" dirty="0">
                          <a:effectLst/>
                        </a:rPr>
                        <a:t>11 </a:t>
                      </a:r>
                      <a:endParaRPr lang="en-AU" sz="1000" dirty="0">
                        <a:solidFill>
                          <a:srgbClr val="000000"/>
                        </a:solidFill>
                        <a:effectLst/>
                        <a:latin typeface="+mn-lt"/>
                        <a:ea typeface="Times New Roman"/>
                        <a:cs typeface="Times New Roman"/>
                      </a:endParaRPr>
                    </a:p>
                  </a:txBody>
                  <a:tcPr marL="51435" marR="51435" marT="0" marB="0" anchor="ctr"/>
                </a:tc>
                <a:tc>
                  <a:txBody>
                    <a:bodyPr/>
                    <a:lstStyle/>
                    <a:p>
                      <a:r>
                        <a:rPr lang="en-AU" sz="1000" dirty="0"/>
                        <a:t>Models, Theories and Risks</a:t>
                      </a:r>
                    </a:p>
                  </a:txBody>
                  <a:tcPr marL="14288" marR="14288" marT="14288" marB="14288" anchor="ctr"/>
                </a:tc>
                <a:tc>
                  <a:txBody>
                    <a:bodyPr/>
                    <a:lstStyle/>
                    <a:p>
                      <a:r>
                        <a:rPr lang="en-AU" sz="1000" dirty="0" err="1"/>
                        <a:t>MacKenzie</a:t>
                      </a:r>
                      <a:r>
                        <a:rPr lang="en-AU" sz="1000" dirty="0"/>
                        <a:t> (1992)</a:t>
                      </a:r>
                    </a:p>
                  </a:txBody>
                  <a:tcPr marL="51435" marR="51435" marT="0" marB="0" anchor="ctr"/>
                </a:tc>
                <a:extLst>
                  <a:ext uri="{0D108BD9-81ED-4DB2-BD59-A6C34878D82A}">
                    <a16:rowId xmlns:a16="http://schemas.microsoft.com/office/drawing/2014/main" val="10011"/>
                  </a:ext>
                </a:extLst>
              </a:tr>
              <a:tr h="335375">
                <a:tc>
                  <a:txBody>
                    <a:bodyPr/>
                    <a:lstStyle/>
                    <a:p>
                      <a:pPr algn="ctr">
                        <a:lnSpc>
                          <a:spcPct val="115000"/>
                        </a:lnSpc>
                        <a:spcAft>
                          <a:spcPts val="0"/>
                        </a:spcAft>
                      </a:pPr>
                      <a:r>
                        <a:rPr lang="en-AU" sz="1000" dirty="0">
                          <a:effectLst/>
                        </a:rPr>
                        <a:t>12 </a:t>
                      </a:r>
                      <a:endParaRPr lang="en-AU" sz="1000" dirty="0">
                        <a:solidFill>
                          <a:srgbClr val="000000"/>
                        </a:solidFill>
                        <a:effectLst/>
                        <a:latin typeface="+mn-lt"/>
                        <a:ea typeface="Times New Roman"/>
                        <a:cs typeface="Times New Roman"/>
                      </a:endParaRPr>
                    </a:p>
                  </a:txBody>
                  <a:tcPr marL="51435" marR="51435" marT="0" marB="0" anchor="ctr"/>
                </a:tc>
                <a:tc>
                  <a:txBody>
                    <a:bodyPr/>
                    <a:lstStyle/>
                    <a:p>
                      <a:r>
                        <a:rPr lang="en-AU" sz="1000" dirty="0"/>
                        <a:t>Mixed Reality and Future HCI</a:t>
                      </a:r>
                    </a:p>
                  </a:txBody>
                  <a:tcPr marL="14288" marR="14288" marT="14288" marB="14288" anchor="ctr"/>
                </a:tc>
                <a:tc>
                  <a:txBody>
                    <a:bodyPr/>
                    <a:lstStyle/>
                    <a:p>
                      <a:endParaRPr lang="en-AU" sz="1000" dirty="0"/>
                    </a:p>
                  </a:txBody>
                  <a:tcPr marL="51435" marR="51435" marT="0" marB="0" anchor="ctr"/>
                </a:tc>
                <a:extLst>
                  <a:ext uri="{0D108BD9-81ED-4DB2-BD59-A6C34878D82A}">
                    <a16:rowId xmlns:a16="http://schemas.microsoft.com/office/drawing/2014/main" val="10012"/>
                  </a:ext>
                </a:extLst>
              </a:tr>
              <a:tr h="335375">
                <a:tc>
                  <a:txBody>
                    <a:bodyPr/>
                    <a:lstStyle/>
                    <a:p>
                      <a:pPr algn="ctr">
                        <a:lnSpc>
                          <a:spcPct val="115000"/>
                        </a:lnSpc>
                        <a:spcAft>
                          <a:spcPts val="0"/>
                        </a:spcAft>
                      </a:pPr>
                      <a:r>
                        <a:rPr lang="en-AU" sz="1000" dirty="0">
                          <a:effectLst/>
                        </a:rPr>
                        <a:t>13 </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r>
                        <a:rPr lang="en-AU" sz="1000" dirty="0">
                          <a:effectLst/>
                        </a:rPr>
                        <a:t>Subject Revision</a:t>
                      </a:r>
                      <a:endParaRPr lang="en-AU" sz="1000" dirty="0">
                        <a:solidFill>
                          <a:srgbClr val="000000"/>
                        </a:solidFill>
                        <a:effectLst/>
                        <a:latin typeface="+mn-lt"/>
                        <a:ea typeface="Times New Roman"/>
                        <a:cs typeface="Times New Roman"/>
                      </a:endParaRPr>
                    </a:p>
                  </a:txBody>
                  <a:tcPr marL="51435" marR="51435" marT="0" marB="0" anchor="ctr"/>
                </a:tc>
                <a:tc>
                  <a:txBody>
                    <a:bodyPr/>
                    <a:lstStyle/>
                    <a:p>
                      <a:pPr>
                        <a:lnSpc>
                          <a:spcPct val="115000"/>
                        </a:lnSpc>
                        <a:spcAft>
                          <a:spcPts val="0"/>
                        </a:spcAft>
                      </a:pPr>
                      <a:endParaRPr lang="en-AU" sz="1000" dirty="0">
                        <a:solidFill>
                          <a:srgbClr val="000000"/>
                        </a:solidFill>
                        <a:effectLst/>
                        <a:latin typeface="+mn-lt"/>
                        <a:ea typeface="Times New Roman"/>
                        <a:cs typeface="Times New Roman"/>
                      </a:endParaRPr>
                    </a:p>
                  </a:txBody>
                  <a:tcPr marL="51435" marR="51435" marT="0" marB="0" anchor="ct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24661316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This Week</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1088676676"/>
              </p:ext>
            </p:extLst>
          </p:nvPr>
        </p:nvGraphicFramePr>
        <p:xfrm>
          <a:off x="1485900" y="1200151"/>
          <a:ext cx="6172200" cy="33944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3491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Subject Description</a:t>
            </a:r>
            <a:endParaRPr lang="en-AU" dirty="0"/>
          </a:p>
        </p:txBody>
      </p:sp>
      <p:sp>
        <p:nvSpPr>
          <p:cNvPr id="3" name="Content Placeholder 2"/>
          <p:cNvSpPr>
            <a:spLocks noGrp="1"/>
          </p:cNvSpPr>
          <p:nvPr>
            <p:ph sz="half" idx="1"/>
          </p:nvPr>
        </p:nvSpPr>
        <p:spPr/>
        <p:txBody>
          <a:bodyPr/>
          <a:lstStyle/>
          <a:p>
            <a:r>
              <a:rPr lang="en-AU" dirty="0"/>
              <a:t>The subject provides students with an understanding of Human Computer Interaction (HCI) principles and practices, and how to apply them in the context of developing usable interactive computer applications and systems. The subject also emphasises the importance of taking into account contextual, organisational, and social factors in the design of computer systems. Students will be taken through the analysis, design, development, and evaluation of user interfaces. They will acquire hands-on design skills through an interaction design project. The subject will cover topics including user-centred design, the development process, prototyping, usability testing, measuring and evaluating the user experience and accessibility.</a:t>
            </a:r>
          </a:p>
        </p:txBody>
      </p:sp>
    </p:spTree>
    <p:extLst>
      <p:ext uri="{BB962C8B-B14F-4D97-AF65-F5344CB8AC3E}">
        <p14:creationId xmlns:p14="http://schemas.microsoft.com/office/powerpoint/2010/main" val="3761795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Subject Learning Outcomes (SLOs)</a:t>
            </a:r>
            <a:endParaRPr lang="en-AU" dirty="0"/>
          </a:p>
        </p:txBody>
      </p:sp>
      <p:sp>
        <p:nvSpPr>
          <p:cNvPr id="3" name="Content Placeholder 2"/>
          <p:cNvSpPr>
            <a:spLocks noGrp="1"/>
          </p:cNvSpPr>
          <p:nvPr>
            <p:ph sz="half" idx="1"/>
          </p:nvPr>
        </p:nvSpPr>
        <p:spPr/>
        <p:txBody>
          <a:bodyPr/>
          <a:lstStyle/>
          <a:p>
            <a:r>
              <a:rPr lang="en-AU" dirty="0"/>
              <a:t>On successful completion of this subject, students will be able to:</a:t>
            </a:r>
          </a:p>
          <a:p>
            <a:pPr marL="600075" lvl="1" indent="-257175">
              <a:buFont typeface="+mj-lt"/>
              <a:buAutoNum type="arabicPeriod"/>
            </a:pPr>
            <a:r>
              <a:rPr lang="en-AU" dirty="0">
                <a:solidFill>
                  <a:schemeClr val="tx1"/>
                </a:solidFill>
              </a:rPr>
              <a:t>Identify and describe HCI principles and design issues.</a:t>
            </a:r>
          </a:p>
          <a:p>
            <a:pPr marL="600075" lvl="1" indent="-257175">
              <a:buFont typeface="+mj-lt"/>
              <a:buAutoNum type="arabicPeriod"/>
            </a:pPr>
            <a:r>
              <a:rPr lang="en-AU" dirty="0">
                <a:solidFill>
                  <a:srgbClr val="FF0000"/>
                </a:solidFill>
              </a:rPr>
              <a:t>Discuss and justify HCI solutions based on design principles.</a:t>
            </a:r>
          </a:p>
          <a:p>
            <a:pPr marL="600075" lvl="1" indent="-257175">
              <a:buFont typeface="+mj-lt"/>
              <a:buAutoNum type="arabicPeriod"/>
            </a:pPr>
            <a:r>
              <a:rPr lang="en-AU" dirty="0">
                <a:solidFill>
                  <a:srgbClr val="FF0000"/>
                </a:solidFill>
              </a:rPr>
              <a:t>Demonstrate an understanding of the HCI design process.</a:t>
            </a:r>
          </a:p>
          <a:p>
            <a:pPr marL="600075" lvl="1" indent="-257175">
              <a:buFont typeface="+mj-lt"/>
              <a:buAutoNum type="arabicPeriod"/>
            </a:pPr>
            <a:r>
              <a:rPr lang="en-AU" dirty="0">
                <a:solidFill>
                  <a:srgbClr val="FF0600"/>
                </a:solidFill>
              </a:rPr>
              <a:t>Acquire skills to design and implement user-centred design.</a:t>
            </a:r>
          </a:p>
          <a:p>
            <a:pPr marL="600075" lvl="1" indent="-257175">
              <a:buFont typeface="+mj-lt"/>
              <a:buAutoNum type="arabicPeriod"/>
            </a:pPr>
            <a:r>
              <a:rPr lang="en-AU" dirty="0"/>
              <a:t>Select and use suitable methods of measuring and evaluating the user experience.</a:t>
            </a:r>
          </a:p>
          <a:p>
            <a:endParaRPr lang="en-AU" dirty="0"/>
          </a:p>
        </p:txBody>
      </p:sp>
    </p:spTree>
    <p:extLst>
      <p:ext uri="{BB962C8B-B14F-4D97-AF65-F5344CB8AC3E}">
        <p14:creationId xmlns:p14="http://schemas.microsoft.com/office/powerpoint/2010/main" val="29308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Techniques for Data Gathering</a:t>
            </a:r>
          </a:p>
        </p:txBody>
      </p:sp>
      <p:graphicFrame>
        <p:nvGraphicFramePr>
          <p:cNvPr id="4" name="Content Placeholder 3">
            <a:extLst>
              <a:ext uri="{FF2B5EF4-FFF2-40B4-BE49-F238E27FC236}">
                <a16:creationId xmlns:a16="http://schemas.microsoft.com/office/drawing/2014/main" id="{06F7AC28-4790-E142-92B9-1156D3470CBE}"/>
              </a:ext>
            </a:extLst>
          </p:cNvPr>
          <p:cNvGraphicFramePr>
            <a:graphicFrameLocks noGrp="1"/>
          </p:cNvGraphicFramePr>
          <p:nvPr>
            <p:ph sz="half" idx="1"/>
            <p:extLst>
              <p:ext uri="{D42A27DB-BD31-4B8C-83A1-F6EECF244321}">
                <p14:modId xmlns:p14="http://schemas.microsoft.com/office/powerpoint/2010/main" val="307575584"/>
              </p:ext>
            </p:extLst>
          </p:nvPr>
        </p:nvGraphicFramePr>
        <p:xfrm>
          <a:off x="457200" y="1329141"/>
          <a:ext cx="7279974" cy="3367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16223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Quantitative and qualitative</a:t>
            </a:r>
          </a:p>
        </p:txBody>
      </p:sp>
      <p:graphicFrame>
        <p:nvGraphicFramePr>
          <p:cNvPr id="2" name="Content Placeholder 1"/>
          <p:cNvGraphicFramePr>
            <a:graphicFrameLocks noGrp="1"/>
          </p:cNvGraphicFramePr>
          <p:nvPr>
            <p:ph sz="half" idx="1"/>
          </p:nvPr>
        </p:nvGraphicFramePr>
        <p:xfrm>
          <a:off x="1485900" y="1329141"/>
          <a:ext cx="5459981" cy="3367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8401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Use Case Description</a:t>
            </a:r>
            <a:br>
              <a:rPr lang="en-AU" dirty="0"/>
            </a:br>
            <a:r>
              <a:rPr lang="en-AU" sz="1500" dirty="0">
                <a:solidFill>
                  <a:srgbClr val="FF0000"/>
                </a:solidFill>
                <a:latin typeface="+mn-lt"/>
              </a:rPr>
              <a:t>FOR DESCRIBING FUNCTIONAL REQUIREMENTS </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2110707075"/>
              </p:ext>
            </p:extLst>
          </p:nvPr>
        </p:nvGraphicFramePr>
        <p:xfrm>
          <a:off x="1566982" y="1277208"/>
          <a:ext cx="5298042" cy="3428179"/>
        </p:xfrm>
        <a:graphic>
          <a:graphicData uri="http://schemas.openxmlformats.org/drawingml/2006/table">
            <a:tbl>
              <a:tblPr firstCol="1" bandRow="1">
                <a:tableStyleId>{F5AB1C69-6EDB-4FF4-983F-18BD219EF322}</a:tableStyleId>
              </a:tblPr>
              <a:tblGrid>
                <a:gridCol w="1976318">
                  <a:extLst>
                    <a:ext uri="{9D8B030D-6E8A-4147-A177-3AD203B41FA5}">
                      <a16:colId xmlns:a16="http://schemas.microsoft.com/office/drawing/2014/main" val="20000"/>
                    </a:ext>
                  </a:extLst>
                </a:gridCol>
                <a:gridCol w="2522780">
                  <a:extLst>
                    <a:ext uri="{9D8B030D-6E8A-4147-A177-3AD203B41FA5}">
                      <a16:colId xmlns:a16="http://schemas.microsoft.com/office/drawing/2014/main" val="20001"/>
                    </a:ext>
                  </a:extLst>
                </a:gridCol>
                <a:gridCol w="798944">
                  <a:extLst>
                    <a:ext uri="{9D8B030D-6E8A-4147-A177-3AD203B41FA5}">
                      <a16:colId xmlns:a16="http://schemas.microsoft.com/office/drawing/2014/main" val="20002"/>
                    </a:ext>
                  </a:extLst>
                </a:gridCol>
              </a:tblGrid>
              <a:tr h="280591">
                <a:tc>
                  <a:txBody>
                    <a:bodyPr/>
                    <a:lstStyle/>
                    <a:p>
                      <a:pPr>
                        <a:lnSpc>
                          <a:spcPct val="115000"/>
                        </a:lnSpc>
                        <a:spcAft>
                          <a:spcPts val="0"/>
                        </a:spcAft>
                      </a:pPr>
                      <a:r>
                        <a:rPr lang="en-AU" sz="1200" dirty="0">
                          <a:effectLst/>
                        </a:rPr>
                        <a:t>Use Case Name:</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0"/>
                  </a:ext>
                </a:extLst>
              </a:tr>
              <a:tr h="280591">
                <a:tc>
                  <a:txBody>
                    <a:bodyPr/>
                    <a:lstStyle/>
                    <a:p>
                      <a:pPr>
                        <a:lnSpc>
                          <a:spcPct val="115000"/>
                        </a:lnSpc>
                        <a:spcAft>
                          <a:spcPts val="0"/>
                        </a:spcAft>
                      </a:pPr>
                      <a:r>
                        <a:rPr lang="en-AU" sz="1200" dirty="0">
                          <a:effectLst/>
                        </a:rPr>
                        <a:t>Scenario:</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1"/>
                  </a:ext>
                </a:extLst>
              </a:tr>
              <a:tr h="280591">
                <a:tc>
                  <a:txBody>
                    <a:bodyPr/>
                    <a:lstStyle/>
                    <a:p>
                      <a:pPr>
                        <a:lnSpc>
                          <a:spcPct val="115000"/>
                        </a:lnSpc>
                        <a:spcAft>
                          <a:spcPts val="0"/>
                        </a:spcAft>
                      </a:pPr>
                      <a:r>
                        <a:rPr lang="en-AU" sz="1200" dirty="0">
                          <a:effectLst/>
                        </a:rPr>
                        <a:t>Triggering Event:</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2"/>
                  </a:ext>
                </a:extLst>
              </a:tr>
              <a:tr h="280591">
                <a:tc>
                  <a:txBody>
                    <a:bodyPr/>
                    <a:lstStyle/>
                    <a:p>
                      <a:pPr>
                        <a:lnSpc>
                          <a:spcPct val="115000"/>
                        </a:lnSpc>
                        <a:spcAft>
                          <a:spcPts val="0"/>
                        </a:spcAft>
                      </a:pPr>
                      <a:r>
                        <a:rPr lang="en-AU" sz="1200" dirty="0">
                          <a:effectLst/>
                        </a:rPr>
                        <a:t>Brief Description:</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3"/>
                  </a:ext>
                </a:extLst>
              </a:tr>
              <a:tr h="280591">
                <a:tc>
                  <a:txBody>
                    <a:bodyPr/>
                    <a:lstStyle/>
                    <a:p>
                      <a:pPr>
                        <a:lnSpc>
                          <a:spcPct val="115000"/>
                        </a:lnSpc>
                        <a:spcAft>
                          <a:spcPts val="0"/>
                        </a:spcAft>
                      </a:pPr>
                      <a:r>
                        <a:rPr lang="en-AU" sz="1200" dirty="0">
                          <a:effectLst/>
                        </a:rPr>
                        <a:t>Actors: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4"/>
                  </a:ext>
                </a:extLst>
              </a:tr>
              <a:tr h="280591">
                <a:tc>
                  <a:txBody>
                    <a:bodyPr/>
                    <a:lstStyle/>
                    <a:p>
                      <a:pPr>
                        <a:lnSpc>
                          <a:spcPct val="115000"/>
                        </a:lnSpc>
                        <a:spcAft>
                          <a:spcPts val="0"/>
                        </a:spcAft>
                      </a:pPr>
                      <a:r>
                        <a:rPr lang="en-AU" sz="1200" dirty="0">
                          <a:effectLst/>
                        </a:rPr>
                        <a:t>Related Use Cases: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5"/>
                  </a:ext>
                </a:extLst>
              </a:tr>
              <a:tr h="280591">
                <a:tc>
                  <a:txBody>
                    <a:bodyPr/>
                    <a:lstStyle/>
                    <a:p>
                      <a:pPr>
                        <a:lnSpc>
                          <a:spcPct val="115000"/>
                        </a:lnSpc>
                        <a:spcAft>
                          <a:spcPts val="0"/>
                        </a:spcAft>
                      </a:pPr>
                      <a:r>
                        <a:rPr lang="en-AU" sz="1200" dirty="0">
                          <a:effectLst/>
                        </a:rPr>
                        <a:t>Stakeholders: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6"/>
                  </a:ext>
                </a:extLst>
              </a:tr>
              <a:tr h="280591">
                <a:tc>
                  <a:txBody>
                    <a:bodyPr/>
                    <a:lstStyle/>
                    <a:p>
                      <a:pPr>
                        <a:lnSpc>
                          <a:spcPct val="115000"/>
                        </a:lnSpc>
                        <a:spcAft>
                          <a:spcPts val="0"/>
                        </a:spcAft>
                      </a:pPr>
                      <a:r>
                        <a:rPr lang="en-AU" sz="1200" dirty="0">
                          <a:effectLst/>
                        </a:rPr>
                        <a:t>Pre-conditions: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7"/>
                  </a:ext>
                </a:extLst>
              </a:tr>
              <a:tr h="280591">
                <a:tc>
                  <a:txBody>
                    <a:bodyPr/>
                    <a:lstStyle/>
                    <a:p>
                      <a:pPr>
                        <a:lnSpc>
                          <a:spcPct val="115000"/>
                        </a:lnSpc>
                        <a:spcAft>
                          <a:spcPts val="0"/>
                        </a:spcAft>
                      </a:pPr>
                      <a:r>
                        <a:rPr lang="en-AU" sz="1200" dirty="0">
                          <a:effectLst/>
                        </a:rPr>
                        <a:t>Post-conditions: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08"/>
                  </a:ext>
                </a:extLst>
              </a:tr>
              <a:tr h="197406">
                <a:tc rowSpan="2">
                  <a:txBody>
                    <a:bodyPr/>
                    <a:lstStyle/>
                    <a:p>
                      <a:pPr>
                        <a:lnSpc>
                          <a:spcPct val="115000"/>
                        </a:lnSpc>
                        <a:spcAft>
                          <a:spcPts val="0"/>
                        </a:spcAft>
                      </a:pPr>
                      <a:r>
                        <a:rPr lang="en-AU" sz="1200" dirty="0">
                          <a:effectLst/>
                        </a:rPr>
                        <a:t>Flow of Activities:</a:t>
                      </a:r>
                      <a:endParaRPr lang="en-AU" sz="1200" dirty="0">
                        <a:effectLst/>
                        <a:latin typeface="Calibri"/>
                        <a:ea typeface="Calibri"/>
                        <a:cs typeface="Times New Roman"/>
                      </a:endParaRPr>
                    </a:p>
                  </a:txBody>
                  <a:tcPr marL="49907" marR="49907" marT="0" marB="0"/>
                </a:tc>
                <a:tc>
                  <a:txBody>
                    <a:bodyPr/>
                    <a:lstStyle/>
                    <a:p>
                      <a:pPr algn="ctr">
                        <a:lnSpc>
                          <a:spcPct val="115000"/>
                        </a:lnSpc>
                        <a:spcAft>
                          <a:spcPts val="0"/>
                        </a:spcAft>
                      </a:pPr>
                      <a:r>
                        <a:rPr lang="en-AU" sz="1200">
                          <a:effectLst/>
                        </a:rPr>
                        <a:t>Actor</a:t>
                      </a:r>
                      <a:endParaRPr lang="en-AU" sz="1200">
                        <a:effectLst/>
                        <a:latin typeface="Calibri"/>
                        <a:ea typeface="Calibri"/>
                        <a:cs typeface="Times New Roman"/>
                      </a:endParaRPr>
                    </a:p>
                  </a:txBody>
                  <a:tcPr marL="49907" marR="49907" marT="0" marB="0"/>
                </a:tc>
                <a:tc>
                  <a:txBody>
                    <a:bodyPr/>
                    <a:lstStyle/>
                    <a:p>
                      <a:pPr algn="ctr">
                        <a:lnSpc>
                          <a:spcPct val="115000"/>
                        </a:lnSpc>
                        <a:spcAft>
                          <a:spcPts val="0"/>
                        </a:spcAft>
                      </a:pPr>
                      <a:r>
                        <a:rPr lang="en-AU" sz="1200" dirty="0">
                          <a:effectLst/>
                        </a:rPr>
                        <a:t>System</a:t>
                      </a:r>
                      <a:endParaRPr lang="en-AU" sz="1200" dirty="0">
                        <a:effectLst/>
                        <a:latin typeface="Calibri"/>
                        <a:ea typeface="Calibri"/>
                        <a:cs typeface="Times New Roman"/>
                      </a:endParaRPr>
                    </a:p>
                  </a:txBody>
                  <a:tcPr marL="49907" marR="49907" marT="0" marB="0"/>
                </a:tc>
                <a:extLst>
                  <a:ext uri="{0D108BD9-81ED-4DB2-BD59-A6C34878D82A}">
                    <a16:rowId xmlns:a16="http://schemas.microsoft.com/office/drawing/2014/main" val="10009"/>
                  </a:ext>
                </a:extLst>
              </a:tr>
              <a:tr h="424863">
                <a:tc vMerge="1">
                  <a:txBody>
                    <a:bodyPr/>
                    <a:lstStyle/>
                    <a:p>
                      <a:endParaRPr lang="en-AU"/>
                    </a:p>
                  </a:txBody>
                  <a:tcPr/>
                </a:tc>
                <a:tc>
                  <a:txBody>
                    <a:bodyPr/>
                    <a:lstStyle/>
                    <a:p>
                      <a:pPr>
                        <a:lnSpc>
                          <a:spcPct val="115000"/>
                        </a:lnSpc>
                        <a:spcAft>
                          <a:spcPts val="0"/>
                        </a:spcAft>
                      </a:pPr>
                      <a:r>
                        <a:rPr lang="en-AU" sz="800">
                          <a:effectLst/>
                        </a:rPr>
                        <a:t> </a:t>
                      </a:r>
                    </a:p>
                    <a:p>
                      <a:pPr>
                        <a:lnSpc>
                          <a:spcPct val="115000"/>
                        </a:lnSpc>
                        <a:spcAft>
                          <a:spcPts val="0"/>
                        </a:spcAft>
                      </a:pPr>
                      <a:r>
                        <a:rPr lang="en-AU" sz="800">
                          <a:effectLst/>
                        </a:rPr>
                        <a:t> </a:t>
                      </a:r>
                    </a:p>
                    <a:p>
                      <a:pPr>
                        <a:lnSpc>
                          <a:spcPct val="115000"/>
                        </a:lnSpc>
                        <a:spcAft>
                          <a:spcPts val="0"/>
                        </a:spcAft>
                      </a:pPr>
                      <a:r>
                        <a:rPr lang="en-AU" sz="800">
                          <a:effectLst/>
                        </a:rPr>
                        <a:t> </a:t>
                      </a:r>
                      <a:endParaRPr lang="en-AU" sz="800">
                        <a:effectLst/>
                        <a:latin typeface="Calibri"/>
                        <a:ea typeface="Calibri"/>
                        <a:cs typeface="Times New Roman"/>
                      </a:endParaRPr>
                    </a:p>
                  </a:txBody>
                  <a:tcPr marL="49907" marR="49907" marT="0" marB="0"/>
                </a:tc>
                <a:tc>
                  <a:txBody>
                    <a:bodyPr/>
                    <a:lstStyle/>
                    <a:p>
                      <a:pPr>
                        <a:lnSpc>
                          <a:spcPct val="115000"/>
                        </a:lnSpc>
                        <a:spcAft>
                          <a:spcPts val="0"/>
                        </a:spcAft>
                      </a:pPr>
                      <a:r>
                        <a:rPr lang="en-AU" sz="800" dirty="0">
                          <a:effectLst/>
                        </a:rPr>
                        <a:t> </a:t>
                      </a:r>
                    </a:p>
                    <a:p>
                      <a:pPr>
                        <a:lnSpc>
                          <a:spcPct val="115000"/>
                        </a:lnSpc>
                        <a:spcAft>
                          <a:spcPts val="0"/>
                        </a:spcAft>
                      </a:pPr>
                      <a:r>
                        <a:rPr lang="en-AU" sz="800" dirty="0">
                          <a:effectLst/>
                        </a:rPr>
                        <a:t> </a:t>
                      </a:r>
                    </a:p>
                    <a:p>
                      <a:pPr>
                        <a:lnSpc>
                          <a:spcPct val="115000"/>
                        </a:lnSpc>
                        <a:spcAft>
                          <a:spcPts val="0"/>
                        </a:spcAft>
                      </a:pPr>
                      <a:r>
                        <a:rPr lang="en-AU" sz="800" dirty="0">
                          <a:effectLst/>
                        </a:rPr>
                        <a:t> </a:t>
                      </a:r>
                      <a:endParaRPr lang="en-AU" sz="800" dirty="0">
                        <a:effectLst/>
                        <a:latin typeface="Calibri"/>
                        <a:ea typeface="Calibri"/>
                        <a:cs typeface="Times New Roman"/>
                      </a:endParaRPr>
                    </a:p>
                  </a:txBody>
                  <a:tcPr marL="49907" marR="49907" marT="0" marB="0"/>
                </a:tc>
                <a:extLst>
                  <a:ext uri="{0D108BD9-81ED-4DB2-BD59-A6C34878D82A}">
                    <a16:rowId xmlns:a16="http://schemas.microsoft.com/office/drawing/2014/main" val="10010"/>
                  </a:ext>
                </a:extLst>
              </a:tr>
              <a:tr h="280591">
                <a:tc>
                  <a:txBody>
                    <a:bodyPr/>
                    <a:lstStyle/>
                    <a:p>
                      <a:pPr>
                        <a:lnSpc>
                          <a:spcPct val="115000"/>
                        </a:lnSpc>
                        <a:spcAft>
                          <a:spcPts val="0"/>
                        </a:spcAft>
                      </a:pPr>
                      <a:r>
                        <a:rPr lang="en-AU" sz="1200" dirty="0">
                          <a:effectLst/>
                        </a:rPr>
                        <a:t>Exceptions:</a:t>
                      </a:r>
                      <a:endParaRPr lang="en-AU" sz="1200" dirty="0">
                        <a:effectLst/>
                        <a:latin typeface="Calibri"/>
                        <a:ea typeface="Calibri"/>
                        <a:cs typeface="Times New Roman"/>
                      </a:endParaRPr>
                    </a:p>
                  </a:txBody>
                  <a:tcPr marL="49907" marR="49907" marT="0" marB="0"/>
                </a:tc>
                <a:tc gridSpan="2">
                  <a:txBody>
                    <a:bodyPr/>
                    <a:lstStyle/>
                    <a:p>
                      <a:pPr>
                        <a:lnSpc>
                          <a:spcPct val="115000"/>
                        </a:lnSpc>
                        <a:spcAft>
                          <a:spcPts val="0"/>
                        </a:spcAft>
                      </a:pPr>
                      <a:r>
                        <a:rPr lang="en-AU" sz="800" dirty="0">
                          <a:effectLst/>
                        </a:rPr>
                        <a:t> </a:t>
                      </a:r>
                    </a:p>
                    <a:p>
                      <a:pPr>
                        <a:lnSpc>
                          <a:spcPct val="115000"/>
                        </a:lnSpc>
                        <a:spcAft>
                          <a:spcPts val="0"/>
                        </a:spcAft>
                      </a:pPr>
                      <a:r>
                        <a:rPr lang="en-AU" sz="800" dirty="0">
                          <a:effectLst/>
                        </a:rPr>
                        <a:t> </a:t>
                      </a:r>
                      <a:endParaRPr lang="en-AU" sz="800" dirty="0">
                        <a:effectLst/>
                        <a:latin typeface="Calibri"/>
                        <a:ea typeface="Calibri"/>
                        <a:cs typeface="Times New Roman"/>
                      </a:endParaRPr>
                    </a:p>
                  </a:txBody>
                  <a:tcPr marL="49907" marR="49907" marT="0" marB="0"/>
                </a:tc>
                <a:tc hMerge="1">
                  <a:txBody>
                    <a:bodyPr/>
                    <a:lstStyle/>
                    <a:p>
                      <a:endParaRPr lang="en-AU"/>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22488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Consider CRUD</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1345956660"/>
              </p:ext>
            </p:extLst>
          </p:nvPr>
        </p:nvGraphicFramePr>
        <p:xfrm>
          <a:off x="1485901" y="1328737"/>
          <a:ext cx="5460206" cy="3367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57704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a:t>FRUPS+</a:t>
            </a:r>
            <a:br>
              <a:rPr lang="en-AU" dirty="0"/>
            </a:br>
            <a:r>
              <a:rPr lang="en-AU" sz="1500" dirty="0">
                <a:solidFill>
                  <a:srgbClr val="FF0000"/>
                </a:solidFill>
                <a:latin typeface="+mn-lt"/>
              </a:rPr>
              <a:t>A WAY OF CATEGORISING REQUIREMENTS</a:t>
            </a:r>
          </a:p>
        </p:txBody>
      </p:sp>
      <p:graphicFrame>
        <p:nvGraphicFramePr>
          <p:cNvPr id="4" name="Content Placeholder 3"/>
          <p:cNvGraphicFramePr>
            <a:graphicFrameLocks noGrp="1"/>
          </p:cNvGraphicFramePr>
          <p:nvPr>
            <p:ph sz="half" idx="1"/>
            <p:extLst>
              <p:ext uri="{D42A27DB-BD31-4B8C-83A1-F6EECF244321}">
                <p14:modId xmlns:p14="http://schemas.microsoft.com/office/powerpoint/2010/main" val="2216700593"/>
              </p:ext>
            </p:extLst>
          </p:nvPr>
        </p:nvGraphicFramePr>
        <p:xfrm>
          <a:off x="1485901" y="1328737"/>
          <a:ext cx="5460206" cy="3367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2274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normAutofit/>
          </a:bodyPr>
          <a:lstStyle/>
          <a:p>
            <a:r>
              <a:rPr lang="en-GB" dirty="0"/>
              <a:t>Remember: Importance of Involving Users</a:t>
            </a:r>
          </a:p>
        </p:txBody>
      </p:sp>
      <p:graphicFrame>
        <p:nvGraphicFramePr>
          <p:cNvPr id="2" name="Content Placeholder 1"/>
          <p:cNvGraphicFramePr>
            <a:graphicFrameLocks noGrp="1"/>
          </p:cNvGraphicFramePr>
          <p:nvPr>
            <p:ph sz="half" idx="1"/>
            <p:extLst>
              <p:ext uri="{D42A27DB-BD31-4B8C-83A1-F6EECF244321}">
                <p14:modId xmlns:p14="http://schemas.microsoft.com/office/powerpoint/2010/main" val="591496758"/>
              </p:ext>
            </p:extLst>
          </p:nvPr>
        </p:nvGraphicFramePr>
        <p:xfrm>
          <a:off x="1485900" y="1329141"/>
          <a:ext cx="5459981" cy="3367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1013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p:txBody>
          <a:bodyPr/>
          <a:lstStyle/>
          <a:p>
            <a:r>
              <a:rPr lang="en-AU" dirty="0"/>
              <a:t>Degree of ‘user’ Involvement</a:t>
            </a:r>
          </a:p>
        </p:txBody>
      </p:sp>
      <p:sp>
        <p:nvSpPr>
          <p:cNvPr id="5" name="Content Placeholder 4"/>
          <p:cNvSpPr>
            <a:spLocks noGrp="1"/>
          </p:cNvSpPr>
          <p:nvPr>
            <p:ph sz="quarter" idx="14"/>
          </p:nvPr>
        </p:nvSpPr>
        <p:spPr/>
        <p:txBody>
          <a:bodyPr/>
          <a:lstStyle/>
          <a:p>
            <a:r>
              <a:rPr lang="en-AU" dirty="0"/>
              <a:t>DIFFERENT LEVELS FROM DIFFERENT ‘USERS’</a:t>
            </a:r>
          </a:p>
        </p:txBody>
      </p:sp>
    </p:spTree>
    <p:extLst>
      <p:ext uri="{BB962C8B-B14F-4D97-AF65-F5344CB8AC3E}">
        <p14:creationId xmlns:p14="http://schemas.microsoft.com/office/powerpoint/2010/main" val="1051109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GB"/>
              <a:t>Who are the users/stakeholders?</a:t>
            </a:r>
            <a:endParaRPr lang="en-GB" dirty="0"/>
          </a:p>
        </p:txBody>
      </p:sp>
      <p:sp>
        <p:nvSpPr>
          <p:cNvPr id="22531" name="Rectangle 3"/>
          <p:cNvSpPr>
            <a:spLocks noGrp="1" noChangeArrowheads="1"/>
          </p:cNvSpPr>
          <p:nvPr>
            <p:ph sz="half" idx="1"/>
          </p:nvPr>
        </p:nvSpPr>
        <p:spPr/>
        <p:txBody>
          <a:bodyPr>
            <a:normAutofit/>
          </a:bodyPr>
          <a:lstStyle/>
          <a:p>
            <a:r>
              <a:rPr lang="en-GB" dirty="0"/>
              <a:t>Not as obvious as you think:</a:t>
            </a:r>
          </a:p>
          <a:p>
            <a:pPr lvl="1"/>
            <a:r>
              <a:rPr lang="en-GB" dirty="0"/>
              <a:t> those who interact directly with the product </a:t>
            </a:r>
          </a:p>
          <a:p>
            <a:pPr lvl="1"/>
            <a:r>
              <a:rPr lang="en-GB" dirty="0"/>
              <a:t> those who manage direct users</a:t>
            </a:r>
          </a:p>
          <a:p>
            <a:pPr lvl="1"/>
            <a:r>
              <a:rPr lang="en-GB" dirty="0"/>
              <a:t> those who receive output from the product </a:t>
            </a:r>
          </a:p>
          <a:p>
            <a:pPr lvl="1"/>
            <a:r>
              <a:rPr lang="en-GB" dirty="0"/>
              <a:t> those who make the purchasing decision </a:t>
            </a:r>
          </a:p>
          <a:p>
            <a:pPr lvl="1"/>
            <a:r>
              <a:rPr lang="en-GB" dirty="0"/>
              <a:t> those who use competitor</a:t>
            </a:r>
            <a:r>
              <a:rPr lang="ja-JP" altLang="en-GB" dirty="0"/>
              <a:t>’</a:t>
            </a:r>
            <a:r>
              <a:rPr lang="en-GB" dirty="0"/>
              <a:t>s products</a:t>
            </a:r>
          </a:p>
          <a:p>
            <a:pPr lvl="1"/>
            <a:endParaRPr lang="en-GB" dirty="0"/>
          </a:p>
          <a:p>
            <a:pPr lvl="1"/>
            <a:endParaRPr lang="en-GB" dirty="0"/>
          </a:p>
          <a:p>
            <a:r>
              <a:rPr lang="en-GB" dirty="0"/>
              <a:t>Three categories of a user (Eason, 1987):  </a:t>
            </a:r>
          </a:p>
          <a:p>
            <a:pPr lvl="1"/>
            <a:r>
              <a:rPr lang="en-GB" b="1" dirty="0"/>
              <a:t>Primary: </a:t>
            </a:r>
            <a:r>
              <a:rPr lang="en-GB" dirty="0"/>
              <a:t>frequent hands-on</a:t>
            </a:r>
          </a:p>
          <a:p>
            <a:pPr lvl="1"/>
            <a:r>
              <a:rPr lang="en-GB" b="1" dirty="0"/>
              <a:t>Secondary: </a:t>
            </a:r>
            <a:r>
              <a:rPr lang="en-GB" dirty="0"/>
              <a:t>occasional or via someone else</a:t>
            </a:r>
          </a:p>
          <a:p>
            <a:pPr lvl="1"/>
            <a:r>
              <a:rPr lang="en-GB" b="1" dirty="0"/>
              <a:t>Tertiary: </a:t>
            </a:r>
            <a:r>
              <a:rPr lang="en-GB" dirty="0"/>
              <a:t>affected by its introduction, or will influence its purchase</a:t>
            </a:r>
          </a:p>
          <a:p>
            <a:endParaRPr lang="en-GB" dirty="0"/>
          </a:p>
        </p:txBody>
      </p:sp>
      <p:sp>
        <p:nvSpPr>
          <p:cNvPr id="6" name="Footer Placeholder 4"/>
          <p:cNvSpPr txBox="1">
            <a:spLocks/>
          </p:cNvSpPr>
          <p:nvPr/>
        </p:nvSpPr>
        <p:spPr>
          <a:xfrm>
            <a:off x="1143000" y="4767263"/>
            <a:ext cx="2171700" cy="273844"/>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750">
                <a:solidFill>
                  <a:schemeClr val="accent6">
                    <a:lumMod val="75000"/>
                  </a:schemeClr>
                </a:solidFill>
              </a:rPr>
              <a:t>www.id-book.com</a:t>
            </a:r>
            <a:endParaRPr lang="en-GB" sz="750" dirty="0">
              <a:solidFill>
                <a:schemeClr val="accent6">
                  <a:lumMod val="75000"/>
                </a:schemeClr>
              </a:solidFill>
            </a:endParaRPr>
          </a:p>
        </p:txBody>
      </p:sp>
    </p:spTree>
    <p:extLst>
      <p:ext uri="{BB962C8B-B14F-4D97-AF65-F5344CB8AC3E}">
        <p14:creationId xmlns:p14="http://schemas.microsoft.com/office/powerpoint/2010/main" val="1310835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dirty="0"/>
              <a:t>What do we mean by the user’s </a:t>
            </a:r>
            <a:r>
              <a:rPr lang="ja-JP" altLang="en-GB" dirty="0"/>
              <a:t>‘</a:t>
            </a:r>
            <a:r>
              <a:rPr lang="en-GB" dirty="0"/>
              <a:t>needs</a:t>
            </a:r>
            <a:r>
              <a:rPr lang="ja-JP" altLang="en-GB" dirty="0"/>
              <a:t>’</a:t>
            </a:r>
            <a:r>
              <a:rPr lang="en-GB" dirty="0"/>
              <a:t>?</a:t>
            </a:r>
            <a:br>
              <a:rPr lang="en-GB" dirty="0"/>
            </a:br>
            <a:r>
              <a:rPr lang="en-GB" sz="1350" b="1" dirty="0">
                <a:solidFill>
                  <a:srgbClr val="FF0000"/>
                </a:solidFill>
                <a:latin typeface="+mn-lt"/>
              </a:rPr>
              <a:t>ALSO CONSIDER WHEN CONDUCTING INTERVIEWS</a:t>
            </a:r>
            <a:endParaRPr lang="en-AU" b="1" dirty="0">
              <a:solidFill>
                <a:srgbClr val="FF0000"/>
              </a:solidFill>
            </a:endParaRPr>
          </a:p>
        </p:txBody>
      </p:sp>
      <p:sp>
        <p:nvSpPr>
          <p:cNvPr id="7" name="Content Placeholder 6"/>
          <p:cNvSpPr>
            <a:spLocks noGrp="1"/>
          </p:cNvSpPr>
          <p:nvPr>
            <p:ph sz="half" idx="1"/>
          </p:nvPr>
        </p:nvSpPr>
        <p:spPr/>
        <p:txBody>
          <a:bodyPr/>
          <a:lstStyle/>
          <a:p>
            <a:r>
              <a:rPr lang="en-GB" dirty="0"/>
              <a:t>Users rarely know what is possible</a:t>
            </a:r>
          </a:p>
          <a:p>
            <a:r>
              <a:rPr lang="en-GB" dirty="0"/>
              <a:t>Sometimes users can</a:t>
            </a:r>
            <a:r>
              <a:rPr lang="ja-JP" altLang="en-GB" dirty="0"/>
              <a:t>’</a:t>
            </a:r>
            <a:r>
              <a:rPr lang="en-GB" dirty="0"/>
              <a:t>t  tell you what they </a:t>
            </a:r>
            <a:r>
              <a:rPr lang="ja-JP" altLang="en-GB" dirty="0"/>
              <a:t>‘</a:t>
            </a:r>
            <a:r>
              <a:rPr lang="en-GB" dirty="0"/>
              <a:t>need</a:t>
            </a:r>
            <a:r>
              <a:rPr lang="ja-JP" altLang="en-GB" dirty="0"/>
              <a:t>’</a:t>
            </a:r>
            <a:r>
              <a:rPr lang="en-GB" dirty="0"/>
              <a:t> to help them achieve their goals – may tell you about their wants</a:t>
            </a:r>
          </a:p>
          <a:p>
            <a:endParaRPr lang="en-GB" dirty="0"/>
          </a:p>
          <a:p>
            <a:r>
              <a:rPr lang="en-GB" dirty="0"/>
              <a:t>Instead, look at existing tasks:</a:t>
            </a:r>
          </a:p>
          <a:p>
            <a:pPr lvl="1"/>
            <a:r>
              <a:rPr lang="en-GB" dirty="0"/>
              <a:t>their context</a:t>
            </a:r>
          </a:p>
          <a:p>
            <a:pPr lvl="1"/>
            <a:r>
              <a:rPr lang="en-GB" dirty="0"/>
              <a:t>what information do they require?</a:t>
            </a:r>
          </a:p>
          <a:p>
            <a:pPr lvl="1"/>
            <a:r>
              <a:rPr lang="en-GB" dirty="0"/>
              <a:t>who collaborates to achieve the task?</a:t>
            </a:r>
          </a:p>
          <a:p>
            <a:pPr lvl="1"/>
            <a:r>
              <a:rPr lang="en-GB" dirty="0"/>
              <a:t>why is the task achieved the way it is?</a:t>
            </a:r>
          </a:p>
        </p:txBody>
      </p:sp>
      <p:sp>
        <p:nvSpPr>
          <p:cNvPr id="24578" name="Rectangle 2"/>
          <p:cNvSpPr>
            <a:spLocks noChangeArrowheads="1"/>
          </p:cNvSpPr>
          <p:nvPr/>
        </p:nvSpPr>
        <p:spPr bwMode="auto">
          <a:xfrm>
            <a:off x="1149070" y="141480"/>
            <a:ext cx="6872288"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endParaRPr lang="en-GB" sz="2700" i="1" dirty="0">
              <a:solidFill>
                <a:srgbClr val="E46C0A"/>
              </a:solidFill>
              <a:latin typeface="Liberation Sans"/>
            </a:endParaRPr>
          </a:p>
        </p:txBody>
      </p:sp>
      <p:sp>
        <p:nvSpPr>
          <p:cNvPr id="24579" name="Rectangle 3"/>
          <p:cNvSpPr>
            <a:spLocks noChangeArrowheads="1"/>
          </p:cNvSpPr>
          <p:nvPr/>
        </p:nvSpPr>
        <p:spPr bwMode="auto">
          <a:xfrm>
            <a:off x="1439466" y="998730"/>
            <a:ext cx="6315075" cy="3733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57175" indent="-257175" eaLnBrk="0" hangingPunct="0">
              <a:lnSpc>
                <a:spcPct val="90000"/>
              </a:lnSpc>
              <a:spcBef>
                <a:spcPct val="50000"/>
              </a:spcBef>
              <a:buFontTx/>
              <a:buChar char="•"/>
            </a:pPr>
            <a:endParaRPr lang="en-GB" sz="1500" dirty="0">
              <a:solidFill>
                <a:schemeClr val="accent1"/>
              </a:solidFill>
              <a:latin typeface="Liberation Sans"/>
            </a:endParaRPr>
          </a:p>
        </p:txBody>
      </p:sp>
    </p:spTree>
    <p:extLst>
      <p:ext uri="{BB962C8B-B14F-4D97-AF65-F5344CB8AC3E}">
        <p14:creationId xmlns:p14="http://schemas.microsoft.com/office/powerpoint/2010/main" val="1330961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Establishing requirements</a:t>
            </a:r>
            <a:r>
              <a:rPr lang="en-GB" dirty="0"/>
              <a:t> </a:t>
            </a:r>
            <a:endParaRPr lang="en-AU" dirty="0"/>
          </a:p>
        </p:txBody>
      </p:sp>
      <p:graphicFrame>
        <p:nvGraphicFramePr>
          <p:cNvPr id="2" name="Content Placeholder 1"/>
          <p:cNvGraphicFramePr>
            <a:graphicFrameLocks noGrp="1"/>
          </p:cNvGraphicFramePr>
          <p:nvPr>
            <p:ph sz="half" idx="1"/>
            <p:extLst>
              <p:ext uri="{D42A27DB-BD31-4B8C-83A1-F6EECF244321}">
                <p14:modId xmlns:p14="http://schemas.microsoft.com/office/powerpoint/2010/main" val="4106377754"/>
              </p:ext>
            </p:extLst>
          </p:nvPr>
        </p:nvGraphicFramePr>
        <p:xfrm>
          <a:off x="1485900" y="1329141"/>
          <a:ext cx="5459981" cy="33671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22235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1362728" y="1781548"/>
            <a:ext cx="5354391" cy="1700612"/>
          </a:xfrm>
        </p:spPr>
        <p:txBody>
          <a:bodyPr/>
          <a:lstStyle/>
          <a:p>
            <a:r>
              <a:rPr lang="en-AU" dirty="0"/>
              <a:t>Constantly Think: Alternative Solutions</a:t>
            </a:r>
          </a:p>
        </p:txBody>
      </p:sp>
      <p:sp>
        <p:nvSpPr>
          <p:cNvPr id="5" name="Content Placeholder 4"/>
          <p:cNvSpPr>
            <a:spLocks noGrp="1"/>
          </p:cNvSpPr>
          <p:nvPr>
            <p:ph sz="quarter" idx="14"/>
          </p:nvPr>
        </p:nvSpPr>
        <p:spPr/>
        <p:txBody>
          <a:bodyPr/>
          <a:lstStyle/>
          <a:p>
            <a:r>
              <a:rPr lang="en-AU" dirty="0"/>
              <a:t>USERS USUALLY KNOW WHAT CURRENTLY WORKS AND THINK THAT IS THE ONLY WAY</a:t>
            </a:r>
          </a:p>
          <a:p>
            <a:endParaRPr lang="en-AU" dirty="0"/>
          </a:p>
          <a:p>
            <a:r>
              <a:rPr lang="en-AU" dirty="0"/>
              <a:t>Your task is to come up with different designs and different concepts</a:t>
            </a:r>
          </a:p>
        </p:txBody>
      </p:sp>
    </p:spTree>
    <p:extLst>
      <p:ext uri="{BB962C8B-B14F-4D97-AF65-F5344CB8AC3E}">
        <p14:creationId xmlns:p14="http://schemas.microsoft.com/office/powerpoint/2010/main" val="2146680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Jacquard Jacket Google Levis Ideo 8"/>
          <p:cNvPicPr>
            <a:picLocks noChangeAspect="1" noChangeArrowheads="1"/>
          </p:cNvPicPr>
          <p:nvPr/>
        </p:nvPicPr>
        <p:blipFill rotWithShape="1">
          <a:blip r:embed="rId3">
            <a:extLst>
              <a:ext uri="{28A0092B-C50C-407E-A947-70E740481C1C}">
                <a14:useLocalDpi xmlns:a14="http://schemas.microsoft.com/office/drawing/2010/main" val="0"/>
              </a:ext>
            </a:extLst>
          </a:blip>
          <a:srcRect l="7444" r="7444"/>
          <a:stretch/>
        </p:blipFill>
        <p:spPr bwMode="auto">
          <a:xfrm>
            <a:off x="1143000" y="0"/>
            <a:ext cx="6858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143000" y="4744763"/>
            <a:ext cx="6858000" cy="387887"/>
          </a:xfrm>
        </p:spPr>
        <p:txBody>
          <a:bodyPr>
            <a:normAutofit fontScale="90000"/>
          </a:bodyPr>
          <a:lstStyle/>
          <a:p>
            <a:pPr algn="ctr"/>
            <a:r>
              <a:rPr lang="en-AU" sz="2250" dirty="0"/>
              <a:t>Levi’s Commuter Trucker Jacket with Jacquard by Google</a:t>
            </a:r>
          </a:p>
        </p:txBody>
      </p:sp>
      <p:pic>
        <p:nvPicPr>
          <p:cNvPr id="1030" name="Picture 6" descr="Jacquard Jacket Google Levis Ideo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291390"/>
            <a:ext cx="3023780" cy="2015853"/>
          </a:xfrm>
          <a:prstGeom prst="rect">
            <a:avLst/>
          </a:prstGeom>
          <a:noFill/>
          <a:scene3d>
            <a:camera prst="perspectiveHeroicExtremeLeftFacing"/>
            <a:lightRig rig="threePt" dir="t"/>
          </a:scene3d>
          <a:extLst>
            <a:ext uri="{909E8E84-426E-40DD-AFC4-6F175D3DCCD1}">
              <a14:hiddenFill xmlns:a14="http://schemas.microsoft.com/office/drawing/2010/main">
                <a:solidFill>
                  <a:srgbClr val="FFFFFF"/>
                </a:solidFill>
              </a14:hiddenFill>
            </a:ext>
          </a:extLst>
        </p:spPr>
      </p:pic>
      <p:pic>
        <p:nvPicPr>
          <p:cNvPr id="1028" name="Picture 4" descr="Jacquard Jacket Google Levis Ideo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7603" y="2291390"/>
            <a:ext cx="2453371" cy="2015853"/>
          </a:xfrm>
          <a:prstGeom prst="rect">
            <a:avLst/>
          </a:prstGeom>
          <a:noFill/>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647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GB"/>
              <a:t>How to choose among alternatives</a:t>
            </a:r>
            <a:endParaRPr lang="en-GB" dirty="0"/>
          </a:p>
        </p:txBody>
      </p:sp>
      <p:sp>
        <p:nvSpPr>
          <p:cNvPr id="28675" name="Rectangle 3"/>
          <p:cNvSpPr>
            <a:spLocks noGrp="1" noChangeArrowheads="1"/>
          </p:cNvSpPr>
          <p:nvPr>
            <p:ph sz="half" idx="1"/>
          </p:nvPr>
        </p:nvSpPr>
        <p:spPr/>
        <p:txBody>
          <a:bodyPr>
            <a:normAutofit/>
          </a:bodyPr>
          <a:lstStyle/>
          <a:p>
            <a:r>
              <a:rPr lang="en-GB" dirty="0"/>
              <a:t>Evaluation with ‘users’, e.g. prototypes</a:t>
            </a:r>
          </a:p>
          <a:p>
            <a:r>
              <a:rPr lang="en-GB" dirty="0"/>
              <a:t>Technical feasibility: some not possible</a:t>
            </a:r>
          </a:p>
          <a:p>
            <a:endParaRPr lang="en-GB" dirty="0"/>
          </a:p>
          <a:p>
            <a:r>
              <a:rPr lang="en-GB" dirty="0"/>
              <a:t>Quality thresholds: Usability goals lead to usability criteria set early on and check regularly</a:t>
            </a:r>
          </a:p>
          <a:p>
            <a:pPr lvl="1"/>
            <a:r>
              <a:rPr lang="en-GB" dirty="0"/>
              <a:t>Safety</a:t>
            </a:r>
          </a:p>
          <a:p>
            <a:pPr lvl="1"/>
            <a:r>
              <a:rPr lang="en-GB" dirty="0"/>
              <a:t>Utility</a:t>
            </a:r>
          </a:p>
          <a:p>
            <a:pPr lvl="1"/>
            <a:r>
              <a:rPr lang="en-GB" dirty="0"/>
              <a:t>Effectiveness</a:t>
            </a:r>
          </a:p>
          <a:p>
            <a:pPr lvl="1"/>
            <a:r>
              <a:rPr lang="en-GB" dirty="0"/>
              <a:t>efficiency</a:t>
            </a:r>
          </a:p>
          <a:p>
            <a:pPr lvl="1"/>
            <a:r>
              <a:rPr lang="en-GB" dirty="0"/>
              <a:t>learnability</a:t>
            </a:r>
          </a:p>
          <a:p>
            <a:pPr lvl="1"/>
            <a:r>
              <a:rPr lang="en-GB" dirty="0"/>
              <a:t>memorability</a:t>
            </a:r>
          </a:p>
        </p:txBody>
      </p:sp>
    </p:spTree>
    <p:extLst>
      <p:ext uri="{BB962C8B-B14F-4D97-AF65-F5344CB8AC3E}">
        <p14:creationId xmlns:p14="http://schemas.microsoft.com/office/powerpoint/2010/main" val="2391309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Scenarios and Personas</a:t>
            </a:r>
            <a:endParaRPr lang="en-US" dirty="0"/>
          </a:p>
        </p:txBody>
      </p:sp>
      <p:sp>
        <p:nvSpPr>
          <p:cNvPr id="7" name="Footer Placeholder 6"/>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rPr>
              <a:t>www.id-book.com</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1730" y="1010367"/>
            <a:ext cx="5076564" cy="3597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91842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Scenarios</a:t>
            </a:r>
          </a:p>
        </p:txBody>
      </p:sp>
      <p:sp>
        <p:nvSpPr>
          <p:cNvPr id="4" name="Content Placeholder 3"/>
          <p:cNvSpPr>
            <a:spLocks noGrp="1"/>
          </p:cNvSpPr>
          <p:nvPr>
            <p:ph sz="half" idx="1"/>
          </p:nvPr>
        </p:nvSpPr>
        <p:spPr/>
        <p:txBody>
          <a:bodyPr/>
          <a:lstStyle/>
          <a:p>
            <a:r>
              <a:rPr lang="en-AU" dirty="0"/>
              <a:t>A story about the process of a user achieving an action or a goal</a:t>
            </a:r>
          </a:p>
          <a:p>
            <a:r>
              <a:rPr lang="en-AU" i="1" dirty="0"/>
              <a:t>How a user would perform tasks in a planned system</a:t>
            </a:r>
          </a:p>
          <a:p>
            <a:endParaRPr lang="en-AU" dirty="0"/>
          </a:p>
          <a:p>
            <a:r>
              <a:rPr lang="en-AU" dirty="0"/>
              <a:t>Consider:</a:t>
            </a:r>
          </a:p>
          <a:p>
            <a:pPr lvl="1"/>
            <a:r>
              <a:rPr lang="en-AU" dirty="0"/>
              <a:t>User motivations</a:t>
            </a:r>
          </a:p>
          <a:p>
            <a:pPr lvl="1"/>
            <a:r>
              <a:rPr lang="en-AU" dirty="0"/>
              <a:t>Processes</a:t>
            </a:r>
          </a:p>
          <a:p>
            <a:pPr lvl="1"/>
            <a:endParaRPr lang="en-AU" dirty="0"/>
          </a:p>
          <a:p>
            <a:r>
              <a:rPr lang="en-AU" dirty="0"/>
              <a:t>Traditionally written, but can be in the form of a storyboard, flow diagram or journey map</a:t>
            </a:r>
          </a:p>
          <a:p>
            <a:r>
              <a:rPr lang="en-AU" dirty="0"/>
              <a:t>Designed around typical users</a:t>
            </a:r>
          </a:p>
          <a:p>
            <a:endParaRPr lang="en-AU" dirty="0"/>
          </a:p>
          <a:p>
            <a:r>
              <a:rPr lang="en-AU" dirty="0"/>
              <a:t>Scenarios are linked to user personas</a:t>
            </a:r>
          </a:p>
        </p:txBody>
      </p:sp>
    </p:spTree>
    <p:extLst>
      <p:ext uri="{BB962C8B-B14F-4D97-AF65-F5344CB8AC3E}">
        <p14:creationId xmlns:p14="http://schemas.microsoft.com/office/powerpoint/2010/main" val="3780062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GB"/>
              <a:t>Personas</a:t>
            </a:r>
            <a:endParaRPr lang="en-GB" dirty="0"/>
          </a:p>
        </p:txBody>
      </p:sp>
      <p:sp>
        <p:nvSpPr>
          <p:cNvPr id="18435" name="Rectangle 3"/>
          <p:cNvSpPr>
            <a:spLocks noGrp="1" noChangeArrowheads="1"/>
          </p:cNvSpPr>
          <p:nvPr>
            <p:ph sz="half" idx="1"/>
          </p:nvPr>
        </p:nvSpPr>
        <p:spPr/>
        <p:txBody>
          <a:bodyPr>
            <a:normAutofit/>
          </a:bodyPr>
          <a:lstStyle/>
          <a:p>
            <a:r>
              <a:rPr lang="en-AU" i="1" dirty="0"/>
              <a:t>“Personas are fictional characters, which you create based upon your research in order to represent the different user types that might use your service, product, site, or brand in a similar way. “ (Dam and Siang, 2018)</a:t>
            </a:r>
            <a:endParaRPr lang="en-AU" dirty="0"/>
          </a:p>
          <a:p>
            <a:pPr marL="0" indent="0">
              <a:buNone/>
            </a:pPr>
            <a:endParaRPr lang="en-GB" dirty="0"/>
          </a:p>
          <a:p>
            <a:pPr marL="0" indent="0">
              <a:buNone/>
            </a:pPr>
            <a:endParaRPr lang="en-GB" dirty="0"/>
          </a:p>
          <a:p>
            <a:r>
              <a:rPr lang="en-GB" dirty="0"/>
              <a:t>Capture a set of user characteristics (user profile)</a:t>
            </a:r>
          </a:p>
          <a:p>
            <a:r>
              <a:rPr lang="en-GB" dirty="0"/>
              <a:t>Fictional characters, but synthesised from real users</a:t>
            </a:r>
          </a:p>
          <a:p>
            <a:r>
              <a:rPr lang="en-GB" dirty="0"/>
              <a:t>Should not be idealised</a:t>
            </a:r>
          </a:p>
          <a:p>
            <a:r>
              <a:rPr lang="en-GB" dirty="0"/>
              <a:t>Bring them to life with a name, characteristics, goals, attitudes, personal background, expected system use</a:t>
            </a:r>
          </a:p>
          <a:p>
            <a:r>
              <a:rPr lang="en-GB" dirty="0"/>
              <a:t>Develop a small set of personas with one primary</a:t>
            </a:r>
          </a:p>
        </p:txBody>
      </p:sp>
    </p:spTree>
    <p:extLst>
      <p:ext uri="{BB962C8B-B14F-4D97-AF65-F5344CB8AC3E}">
        <p14:creationId xmlns:p14="http://schemas.microsoft.com/office/powerpoint/2010/main" val="4157359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NN/g</a:t>
            </a:r>
          </a:p>
        </p:txBody>
      </p:sp>
      <p:pic>
        <p:nvPicPr>
          <p:cNvPr id="2050" name="Picture 2" descr="Example persona"/>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644253" y="1840706"/>
            <a:ext cx="5143500" cy="2343150"/>
          </a:xfrm>
          <a:prstGeom prst="rect">
            <a:avLst/>
          </a:prstGeom>
          <a:noFill/>
          <a:extLst>
            <a:ext uri="{909E8E84-426E-40DD-AFC4-6F175D3DCCD1}">
              <a14:hiddenFill xmlns:a14="http://schemas.microsoft.com/office/drawing/2010/main">
                <a:solidFill>
                  <a:srgbClr val="FFFFFF"/>
                </a:solidFill>
              </a14:hiddenFill>
            </a:ext>
          </a:extLst>
        </p:spPr>
      </p:pic>
      <p:sp>
        <p:nvSpPr>
          <p:cNvPr id="5" name="Hexagon 4">
            <a:hlinkClick r:id="rId4"/>
          </p:cNvPr>
          <p:cNvSpPr/>
          <p:nvPr/>
        </p:nvSpPr>
        <p:spPr>
          <a:xfrm>
            <a:off x="7644490" y="95930"/>
            <a:ext cx="1350000" cy="1350000"/>
          </a:xfrm>
          <a:prstGeom prst="hexagon">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3000" dirty="0">
                <a:latin typeface="Font Awesome 5 Free Solid"/>
              </a:rPr>
              <a:t></a:t>
            </a:r>
            <a:br>
              <a:rPr lang="en-AU" sz="1350" dirty="0">
                <a:latin typeface="Font Awesome 5 Free Solid" panose="02000503000000000000" pitchFamily="50" charset="0"/>
              </a:rPr>
            </a:br>
            <a:r>
              <a:rPr lang="en-AU" sz="1350" dirty="0"/>
              <a:t>Watch</a:t>
            </a:r>
          </a:p>
        </p:txBody>
      </p:sp>
    </p:spTree>
    <p:extLst>
      <p:ext uri="{BB962C8B-B14F-4D97-AF65-F5344CB8AC3E}">
        <p14:creationId xmlns:p14="http://schemas.microsoft.com/office/powerpoint/2010/main" val="654525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Example: </a:t>
            </a:r>
            <a:r>
              <a:rPr lang="en-AU" dirty="0" err="1"/>
              <a:t>Xtensio</a:t>
            </a:r>
            <a:endParaRPr lang="en-AU" dirty="0"/>
          </a:p>
        </p:txBody>
      </p:sp>
      <p:pic>
        <p:nvPicPr>
          <p:cNvPr id="3074" name="Picture 2" descr="Marketing persona example"/>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940284" y="1328737"/>
            <a:ext cx="4551440" cy="336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1511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4" name="Rectangle 6"/>
          <p:cNvSpPr>
            <a:spLocks noGrp="1" noChangeArrowheads="1"/>
          </p:cNvSpPr>
          <p:nvPr>
            <p:ph type="title"/>
          </p:nvPr>
        </p:nvSpPr>
        <p:spPr/>
        <p:txBody>
          <a:bodyPr/>
          <a:lstStyle/>
          <a:p>
            <a:r>
              <a:rPr lang="en-US"/>
              <a:t>Task descriptions</a:t>
            </a:r>
          </a:p>
        </p:txBody>
      </p:sp>
      <p:sp>
        <p:nvSpPr>
          <p:cNvPr id="32775" name="Rectangle 7"/>
          <p:cNvSpPr>
            <a:spLocks noGrp="1" noChangeArrowheads="1"/>
          </p:cNvSpPr>
          <p:nvPr>
            <p:ph sz="half" idx="1"/>
          </p:nvPr>
        </p:nvSpPr>
        <p:spPr/>
        <p:txBody>
          <a:bodyPr>
            <a:normAutofit/>
          </a:bodyPr>
          <a:lstStyle/>
          <a:p>
            <a:r>
              <a:rPr lang="en-US" dirty="0"/>
              <a:t>Scenarios</a:t>
            </a:r>
          </a:p>
          <a:p>
            <a:pPr lvl="1"/>
            <a:r>
              <a:rPr lang="en-US" dirty="0"/>
              <a:t>an informal narrative story, simple, ‘natural’, personal, not </a:t>
            </a:r>
            <a:r>
              <a:rPr lang="en-US" dirty="0" err="1"/>
              <a:t>generalisable</a:t>
            </a:r>
            <a:endParaRPr lang="en-US" dirty="0"/>
          </a:p>
          <a:p>
            <a:pPr lvl="1"/>
            <a:endParaRPr lang="en-US" dirty="0"/>
          </a:p>
          <a:p>
            <a:r>
              <a:rPr lang="en-US" dirty="0"/>
              <a:t>Use cases</a:t>
            </a:r>
          </a:p>
          <a:p>
            <a:pPr lvl="1"/>
            <a:r>
              <a:rPr lang="en-US" dirty="0"/>
              <a:t>assume interaction with a system</a:t>
            </a:r>
          </a:p>
          <a:p>
            <a:pPr lvl="1"/>
            <a:r>
              <a:rPr lang="en-US" dirty="0"/>
              <a:t>assume detailed understanding of the interaction</a:t>
            </a:r>
          </a:p>
          <a:p>
            <a:pPr lvl="1"/>
            <a:endParaRPr lang="en-US" dirty="0"/>
          </a:p>
          <a:p>
            <a:pPr lvl="1"/>
            <a:endParaRPr lang="en-US" dirty="0"/>
          </a:p>
          <a:p>
            <a:r>
              <a:rPr lang="en-US" dirty="0"/>
              <a:t>Essential use cases</a:t>
            </a:r>
          </a:p>
          <a:p>
            <a:pPr lvl="1"/>
            <a:r>
              <a:rPr lang="en-US" dirty="0"/>
              <a:t>abstract away from the details</a:t>
            </a:r>
          </a:p>
          <a:p>
            <a:pPr lvl="1"/>
            <a:r>
              <a:rPr lang="en-US" dirty="0"/>
              <a:t>does not have the same assumptions as use cases</a:t>
            </a:r>
          </a:p>
          <a:p>
            <a:endParaRPr lang="en-US" dirty="0"/>
          </a:p>
          <a:p>
            <a:endParaRPr lang="en-US" dirty="0"/>
          </a:p>
        </p:txBody>
      </p:sp>
      <p:sp>
        <p:nvSpPr>
          <p:cNvPr id="3" name="Footer Placeholder 2"/>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32770"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2771"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2772"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2773"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2776" name="Rectangle 8"/>
          <p:cNvSpPr>
            <a:spLocks noChangeArrowheads="1"/>
          </p:cNvSpPr>
          <p:nvPr/>
        </p:nvSpPr>
        <p:spPr bwMode="auto">
          <a:xfrm>
            <a:off x="2897814" y="1167594"/>
            <a:ext cx="6066234"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marL="196454" indent="-196454" eaLnBrk="0" hangingPunct="0"/>
            <a:endParaRPr lang="en-US" dirty="0">
              <a:latin typeface="Liberation Sans"/>
            </a:endParaRPr>
          </a:p>
        </p:txBody>
      </p:sp>
    </p:spTree>
    <p:extLst>
      <p:ext uri="{BB962C8B-B14F-4D97-AF65-F5344CB8AC3E}">
        <p14:creationId xmlns:p14="http://schemas.microsoft.com/office/powerpoint/2010/main" val="63520495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3795"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3796"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3797"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33798" name="Rectangle 6"/>
          <p:cNvSpPr>
            <a:spLocks noGrp="1" noChangeArrowheads="1"/>
          </p:cNvSpPr>
          <p:nvPr>
            <p:ph type="title"/>
          </p:nvPr>
        </p:nvSpPr>
        <p:spPr/>
        <p:txBody>
          <a:bodyPr/>
          <a:lstStyle/>
          <a:p>
            <a:r>
              <a:rPr lang="en-US"/>
              <a:t>Scenario for travel organizer</a:t>
            </a:r>
            <a:endParaRPr lang="en-US" dirty="0"/>
          </a:p>
        </p:txBody>
      </p:sp>
      <p:sp>
        <p:nvSpPr>
          <p:cNvPr id="6" name="Content Placeholder 5"/>
          <p:cNvSpPr>
            <a:spLocks noGrp="1"/>
          </p:cNvSpPr>
          <p:nvPr>
            <p:ph sz="half" idx="1"/>
          </p:nvPr>
        </p:nvSpPr>
        <p:spPr/>
        <p:txBody>
          <a:bodyPr>
            <a:normAutofit/>
          </a:bodyPr>
          <a:lstStyle/>
          <a:p>
            <a:pPr marL="0" indent="0">
              <a:buNone/>
            </a:pPr>
            <a:r>
              <a:rPr lang="ja-JP" altLang="en-GB" dirty="0"/>
              <a:t>“</a:t>
            </a:r>
            <a:r>
              <a:rPr lang="en-GB" dirty="0"/>
              <a:t>The Thomson family enjoy outdoor activities and want to try their hand at sailing this year. There are four family members: Sky (10 years old), </a:t>
            </a:r>
            <a:r>
              <a:rPr lang="en-GB" dirty="0" err="1"/>
              <a:t>Eamonn</a:t>
            </a:r>
            <a:r>
              <a:rPr lang="en-GB" dirty="0"/>
              <a:t> (15 years old), Claire (35), and Will (40). One evening after dinner they decide to start exploring the possibilities. They all gather around the travel organizer and enter their initial set of requirements – a sailing trip for four novices in the Mediterranean. The console is designed so that all members of the family can interact easily and comfortably with it. The system</a:t>
            </a:r>
            <a:r>
              <a:rPr lang="ja-JP" altLang="en-GB" dirty="0"/>
              <a:t>’</a:t>
            </a:r>
            <a:r>
              <a:rPr lang="en-GB" dirty="0"/>
              <a:t>s initial suggestion is a flotilla, where several crews (with various levels of experience) sail together on separate boats. Sky and </a:t>
            </a:r>
            <a:r>
              <a:rPr lang="en-GB" dirty="0" err="1"/>
              <a:t>Eamonn</a:t>
            </a:r>
            <a:r>
              <a:rPr lang="en-GB" dirty="0"/>
              <a:t> </a:t>
            </a:r>
            <a:r>
              <a:rPr lang="en-GB" dirty="0" err="1"/>
              <a:t>aren</a:t>
            </a:r>
            <a:r>
              <a:rPr lang="ja-JP" altLang="en-GB" dirty="0"/>
              <a:t>’</a:t>
            </a:r>
            <a:r>
              <a:rPr lang="en-GB" dirty="0"/>
              <a:t>t very happy at the idea of going on vacation with a group of other people, even though the </a:t>
            </a:r>
            <a:r>
              <a:rPr lang="en-GB" dirty="0" err="1"/>
              <a:t>Thomsons</a:t>
            </a:r>
            <a:r>
              <a:rPr lang="en-GB" dirty="0"/>
              <a:t> would have their own boat. The travel organizer shows them descriptions of flotillas from other children their ages and they are all very positive, so eventually, everyone agrees to explore flotilla opportunities. Will confirms this recommendation and asks for detailed options. As it</a:t>
            </a:r>
            <a:r>
              <a:rPr lang="ja-JP" altLang="en-GB" dirty="0"/>
              <a:t>’</a:t>
            </a:r>
            <a:r>
              <a:rPr lang="en-GB" dirty="0"/>
              <a:t>s getting late, he asks for the details to be saved so everyone can consider them tomorrow. The travel organizer emails them a summary of the different options available.</a:t>
            </a:r>
            <a:r>
              <a:rPr lang="ja-JP" altLang="en-GB" dirty="0"/>
              <a:t>”</a:t>
            </a:r>
            <a:endParaRPr lang="en-US" dirty="0"/>
          </a:p>
          <a:p>
            <a:endParaRPr lang="en-AU" dirty="0"/>
          </a:p>
        </p:txBody>
      </p:sp>
      <p:sp>
        <p:nvSpPr>
          <p:cNvPr id="3" name="Footer Placeholder 2"/>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33800" name="Rectangle 8"/>
          <p:cNvSpPr>
            <a:spLocks noChangeArrowheads="1"/>
          </p:cNvSpPr>
          <p:nvPr/>
        </p:nvSpPr>
        <p:spPr bwMode="auto">
          <a:xfrm>
            <a:off x="1481137" y="951310"/>
            <a:ext cx="6282929" cy="3651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endParaRPr lang="en-US" sz="1425" dirty="0">
              <a:solidFill>
                <a:srgbClr val="7030A0"/>
              </a:solidFill>
              <a:latin typeface="Liberation Sans"/>
            </a:endParaRPr>
          </a:p>
        </p:txBody>
      </p:sp>
    </p:spTree>
    <p:extLst>
      <p:ext uri="{BB962C8B-B14F-4D97-AF65-F5344CB8AC3E}">
        <p14:creationId xmlns:p14="http://schemas.microsoft.com/office/powerpoint/2010/main" val="170288698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4" name="Rectangle 6"/>
          <p:cNvSpPr>
            <a:spLocks noGrp="1" noChangeArrowheads="1"/>
          </p:cNvSpPr>
          <p:nvPr>
            <p:ph type="title"/>
          </p:nvPr>
        </p:nvSpPr>
        <p:spPr/>
        <p:txBody>
          <a:bodyPr/>
          <a:lstStyle/>
          <a:p>
            <a:r>
              <a:rPr lang="en-GB"/>
              <a:t>Using scenarios</a:t>
            </a:r>
            <a:endParaRPr lang="en-US" dirty="0"/>
          </a:p>
        </p:txBody>
      </p:sp>
      <p:sp>
        <p:nvSpPr>
          <p:cNvPr id="27655" name="Rectangle 7"/>
          <p:cNvSpPr>
            <a:spLocks noGrp="1" noChangeArrowheads="1"/>
          </p:cNvSpPr>
          <p:nvPr>
            <p:ph sz="half" idx="1"/>
          </p:nvPr>
        </p:nvSpPr>
        <p:spPr/>
        <p:txBody>
          <a:bodyPr/>
          <a:lstStyle/>
          <a:p>
            <a:r>
              <a:rPr lang="en-GB"/>
              <a:t>Express proposed or imagined situations </a:t>
            </a:r>
          </a:p>
          <a:p>
            <a:endParaRPr lang="en-GB"/>
          </a:p>
          <a:p>
            <a:r>
              <a:rPr lang="en-GB"/>
              <a:t>Used throughout design in various ways</a:t>
            </a:r>
          </a:p>
          <a:p>
            <a:pPr lvl="1"/>
            <a:r>
              <a:rPr lang="en-GB"/>
              <a:t>as a basis for overall design</a:t>
            </a:r>
          </a:p>
          <a:p>
            <a:pPr lvl="1"/>
            <a:r>
              <a:rPr lang="en-GB"/>
              <a:t>scripts for user evaluation of prototypes</a:t>
            </a:r>
          </a:p>
          <a:p>
            <a:pPr lvl="1"/>
            <a:r>
              <a:rPr lang="en-GB"/>
              <a:t>concrete examples of tasks</a:t>
            </a:r>
          </a:p>
          <a:p>
            <a:pPr lvl="1"/>
            <a:r>
              <a:rPr lang="en-GB"/>
              <a:t>as a means of co-operation across  </a:t>
            </a:r>
            <a:br>
              <a:rPr lang="en-GB"/>
            </a:br>
            <a:r>
              <a:rPr lang="en-GB"/>
              <a:t>professional boundaries</a:t>
            </a:r>
          </a:p>
          <a:p>
            <a:pPr lvl="1"/>
            <a:endParaRPr lang="en-GB"/>
          </a:p>
          <a:p>
            <a:r>
              <a:rPr lang="en-GB"/>
              <a:t>Plus and minus scenarios to explore extreme cases</a:t>
            </a:r>
            <a:endParaRPr lang="en-GB" dirty="0"/>
          </a:p>
        </p:txBody>
      </p:sp>
      <p:sp>
        <p:nvSpPr>
          <p:cNvPr id="9" name="Footer Placeholder 3"/>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p>
        </p:txBody>
      </p:sp>
      <p:sp>
        <p:nvSpPr>
          <p:cNvPr id="27650"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1"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2"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27653" name="Rectangle 5"/>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Tree>
    <p:extLst>
      <p:ext uri="{BB962C8B-B14F-4D97-AF65-F5344CB8AC3E}">
        <p14:creationId xmlns:p14="http://schemas.microsoft.com/office/powerpoint/2010/main" val="419704392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for travel organizer</a:t>
            </a:r>
            <a:endParaRPr lang="en-AU" dirty="0"/>
          </a:p>
        </p:txBody>
      </p:sp>
      <p:sp>
        <p:nvSpPr>
          <p:cNvPr id="3" name="Content Placeholder 2"/>
          <p:cNvSpPr>
            <a:spLocks noGrp="1"/>
          </p:cNvSpPr>
          <p:nvPr>
            <p:ph sz="half" idx="1"/>
          </p:nvPr>
        </p:nvSpPr>
        <p:spPr/>
        <p:txBody>
          <a:bodyPr>
            <a:normAutofit/>
          </a:bodyPr>
          <a:lstStyle/>
          <a:p>
            <a:pPr>
              <a:buFont typeface="+mj-lt"/>
              <a:buAutoNum type="arabicPeriod"/>
            </a:pPr>
            <a:r>
              <a:rPr lang="en-AU" dirty="0"/>
              <a:t>The system displays options for investigating visa and vaccination requirements.</a:t>
            </a:r>
          </a:p>
          <a:p>
            <a:pPr>
              <a:buFont typeface="+mj-lt"/>
              <a:buAutoNum type="arabicPeriod"/>
            </a:pPr>
            <a:r>
              <a:rPr lang="en-AU" dirty="0"/>
              <a:t>The user chooses the option to find out about visa requirements.</a:t>
            </a:r>
          </a:p>
          <a:p>
            <a:pPr>
              <a:buFont typeface="+mj-lt"/>
              <a:buAutoNum type="arabicPeriod"/>
            </a:pPr>
            <a:r>
              <a:rPr lang="en-AU" dirty="0"/>
              <a:t>The system prompts user for the name of the destination country.</a:t>
            </a:r>
          </a:p>
          <a:p>
            <a:pPr>
              <a:buFont typeface="+mj-lt"/>
              <a:buAutoNum type="arabicPeriod"/>
            </a:pPr>
            <a:r>
              <a:rPr lang="en-AU" dirty="0"/>
              <a:t>The user enters the country’s name.</a:t>
            </a:r>
          </a:p>
          <a:p>
            <a:pPr>
              <a:buFont typeface="+mj-lt"/>
              <a:buAutoNum type="arabicPeriod"/>
            </a:pPr>
            <a:r>
              <a:rPr lang="en-AU" dirty="0"/>
              <a:t>The system checks that the country is valid.</a:t>
            </a:r>
          </a:p>
          <a:p>
            <a:pPr>
              <a:buFont typeface="+mj-lt"/>
              <a:buAutoNum type="arabicPeriod"/>
            </a:pPr>
            <a:r>
              <a:rPr lang="en-AU" dirty="0"/>
              <a:t>The system prompts the user for her nationality.</a:t>
            </a:r>
          </a:p>
          <a:p>
            <a:pPr>
              <a:buFont typeface="+mj-lt"/>
              <a:buAutoNum type="arabicPeriod"/>
            </a:pPr>
            <a:r>
              <a:rPr lang="en-AU" dirty="0"/>
              <a:t>The user enters her nationality.</a:t>
            </a:r>
          </a:p>
          <a:p>
            <a:pPr>
              <a:buFont typeface="+mj-lt"/>
              <a:buAutoNum type="arabicPeriod"/>
            </a:pPr>
            <a:r>
              <a:rPr lang="en-AU" dirty="0"/>
              <a:t>The system checks the visa requirements of the entered country for a passport holder of her nationality.</a:t>
            </a:r>
          </a:p>
          <a:p>
            <a:pPr>
              <a:buFont typeface="+mj-lt"/>
              <a:buAutoNum type="arabicPeriod"/>
            </a:pPr>
            <a:r>
              <a:rPr lang="en-AU" dirty="0"/>
              <a:t>The system displays the visa requirements.</a:t>
            </a:r>
          </a:p>
          <a:p>
            <a:pPr>
              <a:buFont typeface="+mj-lt"/>
              <a:buAutoNum type="arabicPeriod"/>
            </a:pPr>
            <a:r>
              <a:rPr lang="en-AU" dirty="0"/>
              <a:t>The system displays the option to print out the visa requirements.</a:t>
            </a:r>
          </a:p>
          <a:p>
            <a:pPr>
              <a:buFont typeface="+mj-lt"/>
              <a:buAutoNum type="arabicPeriod"/>
            </a:pPr>
            <a:r>
              <a:rPr lang="en-AU" dirty="0"/>
              <a:t>The user chooses to print the requirements.</a:t>
            </a:r>
          </a:p>
          <a:p>
            <a:endParaRPr lang="en-AU" dirty="0"/>
          </a:p>
        </p:txBody>
      </p:sp>
    </p:spTree>
    <p:extLst>
      <p:ext uri="{BB962C8B-B14F-4D97-AF65-F5344CB8AC3E}">
        <p14:creationId xmlns:p14="http://schemas.microsoft.com/office/powerpoint/2010/main" val="1464021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courses for travel organizer </a:t>
            </a:r>
            <a:endParaRPr lang="en-AU" dirty="0"/>
          </a:p>
        </p:txBody>
      </p:sp>
      <p:sp>
        <p:nvSpPr>
          <p:cNvPr id="3" name="Content Placeholder 2"/>
          <p:cNvSpPr>
            <a:spLocks noGrp="1"/>
          </p:cNvSpPr>
          <p:nvPr>
            <p:ph sz="half" idx="1"/>
          </p:nvPr>
        </p:nvSpPr>
        <p:spPr/>
        <p:txBody>
          <a:bodyPr>
            <a:normAutofit lnSpcReduction="10000"/>
          </a:bodyPr>
          <a:lstStyle/>
          <a:p>
            <a:pPr marL="0" indent="0">
              <a:buNone/>
            </a:pPr>
            <a:r>
              <a:rPr lang="en-AU" dirty="0"/>
              <a:t>Some alternative courses:</a:t>
            </a:r>
          </a:p>
          <a:p>
            <a:pPr marL="0" indent="0">
              <a:buNone/>
            </a:pPr>
            <a:r>
              <a:rPr lang="en-AU" dirty="0"/>
              <a:t>	6. If the country name is invalid:</a:t>
            </a:r>
          </a:p>
          <a:p>
            <a:pPr marL="0" indent="0">
              <a:buNone/>
            </a:pPr>
            <a:r>
              <a:rPr lang="en-AU" dirty="0"/>
              <a:t>		6.1 The system displays an error message.</a:t>
            </a:r>
          </a:p>
          <a:p>
            <a:pPr marL="0" indent="0">
              <a:buNone/>
            </a:pPr>
            <a:r>
              <a:rPr lang="en-AU" dirty="0"/>
              <a:t>		6.2 The system returns to step 3.</a:t>
            </a:r>
          </a:p>
          <a:p>
            <a:endParaRPr lang="en-AU" dirty="0"/>
          </a:p>
          <a:p>
            <a:pPr marL="0" indent="0">
              <a:buNone/>
            </a:pPr>
            <a:r>
              <a:rPr lang="en-AU" dirty="0"/>
              <a:t>	8. If the nationality is invalid:</a:t>
            </a:r>
          </a:p>
          <a:p>
            <a:pPr marL="0" indent="0">
              <a:buNone/>
            </a:pPr>
            <a:r>
              <a:rPr lang="en-AU" dirty="0"/>
              <a:t>		8.1 The system displays an error message.</a:t>
            </a:r>
          </a:p>
          <a:p>
            <a:pPr marL="0" indent="0">
              <a:buNone/>
            </a:pPr>
            <a:r>
              <a:rPr lang="en-AU" dirty="0"/>
              <a:t>		8.2 The system returns to step 6.</a:t>
            </a:r>
          </a:p>
          <a:p>
            <a:endParaRPr lang="en-AU" dirty="0"/>
          </a:p>
          <a:p>
            <a:pPr marL="0" indent="0">
              <a:buNone/>
            </a:pPr>
            <a:r>
              <a:rPr lang="en-AU" dirty="0"/>
              <a:t>	9. If no information about visa requirements is found:</a:t>
            </a:r>
          </a:p>
          <a:p>
            <a:pPr marL="0" indent="0">
              <a:buNone/>
            </a:pPr>
            <a:r>
              <a:rPr lang="en-AU" dirty="0"/>
              <a:t>		9.1 The system displays a suitable message.</a:t>
            </a:r>
          </a:p>
          <a:p>
            <a:pPr marL="0" indent="0">
              <a:buNone/>
            </a:pPr>
            <a:r>
              <a:rPr lang="en-AU" dirty="0"/>
              <a:t>		9.2 The system returns to step 1.</a:t>
            </a:r>
          </a:p>
          <a:p>
            <a:endParaRPr lang="en-AU" dirty="0"/>
          </a:p>
        </p:txBody>
      </p:sp>
    </p:spTree>
    <p:extLst>
      <p:ext uri="{BB962C8B-B14F-4D97-AF65-F5344CB8AC3E}">
        <p14:creationId xmlns:p14="http://schemas.microsoft.com/office/powerpoint/2010/main" val="1768578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Different kinds of UI/UX requirements</a:t>
            </a:r>
            <a:br>
              <a:rPr lang="en-AU" dirty="0"/>
            </a:br>
            <a:r>
              <a:rPr lang="en-AU" sz="1350" dirty="0">
                <a:solidFill>
                  <a:schemeClr val="accent2"/>
                </a:solidFill>
                <a:latin typeface="+mn-lt"/>
              </a:rPr>
              <a:t>CONSIDER WITH FURPS+</a:t>
            </a:r>
            <a:endParaRPr lang="en-AU" dirty="0"/>
          </a:p>
        </p:txBody>
      </p:sp>
      <p:sp>
        <p:nvSpPr>
          <p:cNvPr id="3" name="Content Placeholder 2"/>
          <p:cNvSpPr>
            <a:spLocks noGrp="1"/>
          </p:cNvSpPr>
          <p:nvPr>
            <p:ph sz="half" idx="1"/>
          </p:nvPr>
        </p:nvSpPr>
        <p:spPr/>
        <p:txBody>
          <a:bodyPr>
            <a:normAutofit fontScale="92500" lnSpcReduction="10000"/>
          </a:bodyPr>
          <a:lstStyle/>
          <a:p>
            <a:r>
              <a:rPr lang="en-AU" dirty="0"/>
              <a:t>Functional: </a:t>
            </a:r>
          </a:p>
          <a:p>
            <a:pPr lvl="1"/>
            <a:r>
              <a:rPr lang="en-AU" dirty="0"/>
              <a:t>What the system should display to the user</a:t>
            </a:r>
          </a:p>
          <a:p>
            <a:endParaRPr lang="en-AU" dirty="0"/>
          </a:p>
          <a:p>
            <a:r>
              <a:rPr lang="en-AU" dirty="0"/>
              <a:t>Non-functional:  security, response time...</a:t>
            </a:r>
          </a:p>
          <a:p>
            <a:pPr marL="0" indent="0">
              <a:buNone/>
            </a:pPr>
            <a:endParaRPr lang="en-AU" dirty="0"/>
          </a:p>
          <a:p>
            <a:r>
              <a:rPr lang="en-AU" dirty="0"/>
              <a:t>Data:</a:t>
            </a:r>
          </a:p>
          <a:p>
            <a:pPr lvl="1"/>
            <a:r>
              <a:rPr lang="en-AU" dirty="0"/>
              <a:t>What kinds of data need to be collected/stored?</a:t>
            </a:r>
          </a:p>
          <a:p>
            <a:pPr lvl="1"/>
            <a:r>
              <a:rPr lang="en-AU" dirty="0"/>
              <a:t>How will they be stored (e.g. database)?</a:t>
            </a:r>
          </a:p>
          <a:p>
            <a:pPr lvl="1"/>
            <a:endParaRPr lang="en-AU" dirty="0"/>
          </a:p>
          <a:p>
            <a:r>
              <a:rPr lang="en-AU" dirty="0"/>
              <a:t>Environment or context of use:</a:t>
            </a:r>
          </a:p>
          <a:p>
            <a:pPr lvl="1"/>
            <a:r>
              <a:rPr lang="en-AU" dirty="0"/>
              <a:t>physical: dusty? noisy? vibration? light? heat? humidity? …. (e.g. ATM)</a:t>
            </a:r>
          </a:p>
          <a:p>
            <a:pPr lvl="1"/>
            <a:r>
              <a:rPr lang="en-AU" dirty="0"/>
              <a:t>social: sharing of files, of displays, in paper, across great distances, synchronous, privacy for client</a:t>
            </a:r>
          </a:p>
          <a:p>
            <a:pPr lvl="1"/>
            <a:r>
              <a:rPr lang="en-AU" dirty="0"/>
              <a:t>organisational: hierarchy, IT department’s attitude and remit, user support, communications structure and infrastructure, availability of training</a:t>
            </a:r>
          </a:p>
        </p:txBody>
      </p:sp>
    </p:spTree>
    <p:extLst>
      <p:ext uri="{BB962C8B-B14F-4D97-AF65-F5344CB8AC3E}">
        <p14:creationId xmlns:p14="http://schemas.microsoft.com/office/powerpoint/2010/main" val="39322681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p:txBody>
          <a:bodyPr/>
          <a:lstStyle/>
          <a:p>
            <a:r>
              <a:rPr lang="en-AU" dirty="0"/>
              <a:t>Style Guides</a:t>
            </a:r>
          </a:p>
        </p:txBody>
      </p:sp>
      <p:sp>
        <p:nvSpPr>
          <p:cNvPr id="7" name="Content Placeholder 6"/>
          <p:cNvSpPr>
            <a:spLocks noGrp="1"/>
          </p:cNvSpPr>
          <p:nvPr>
            <p:ph sz="quarter" idx="14"/>
          </p:nvPr>
        </p:nvSpPr>
        <p:spPr/>
        <p:txBody>
          <a:bodyPr>
            <a:normAutofit/>
          </a:bodyPr>
          <a:lstStyle/>
          <a:p>
            <a:r>
              <a:rPr lang="en-AU" dirty="0"/>
              <a:t>“All good brands have a great style guide” (</a:t>
            </a:r>
            <a:r>
              <a:rPr lang="en-AU" dirty="0" err="1"/>
              <a:t>stribley</a:t>
            </a:r>
            <a:r>
              <a:rPr lang="en-AU" dirty="0"/>
              <a:t>, 2018)</a:t>
            </a:r>
          </a:p>
          <a:p>
            <a:endParaRPr lang="en-AU" dirty="0"/>
          </a:p>
          <a:p>
            <a:r>
              <a:rPr lang="en-AU" b="1" dirty="0"/>
              <a:t>NOTE</a:t>
            </a:r>
            <a:r>
              <a:rPr lang="en-AU" dirty="0"/>
              <a:t>: A style guide for your group project is needed – this should be attached as an appendix and followed in your document and designs</a:t>
            </a:r>
          </a:p>
        </p:txBody>
      </p:sp>
    </p:spTree>
    <p:extLst>
      <p:ext uri="{BB962C8B-B14F-4D97-AF65-F5344CB8AC3E}">
        <p14:creationId xmlns:p14="http://schemas.microsoft.com/office/powerpoint/2010/main" val="25233750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AU" dirty="0"/>
              <a:t>Style Guides (Branding Guidelines)</a:t>
            </a:r>
          </a:p>
        </p:txBody>
      </p:sp>
      <p:sp>
        <p:nvSpPr>
          <p:cNvPr id="5" name="Content Placeholder 4"/>
          <p:cNvSpPr>
            <a:spLocks noGrp="1"/>
          </p:cNvSpPr>
          <p:nvPr>
            <p:ph sz="half" idx="1"/>
          </p:nvPr>
        </p:nvSpPr>
        <p:spPr/>
        <p:txBody>
          <a:bodyPr/>
          <a:lstStyle/>
          <a:p>
            <a:r>
              <a:rPr lang="en-AU" dirty="0"/>
              <a:t>A document that catalogues:</a:t>
            </a:r>
          </a:p>
          <a:p>
            <a:pPr lvl="1"/>
            <a:r>
              <a:rPr lang="en-AU" dirty="0"/>
              <a:t>Colours</a:t>
            </a:r>
          </a:p>
          <a:p>
            <a:pPr lvl="1"/>
            <a:r>
              <a:rPr lang="en-AU" dirty="0"/>
              <a:t>Font types</a:t>
            </a:r>
          </a:p>
          <a:p>
            <a:pPr lvl="1"/>
            <a:r>
              <a:rPr lang="en-AU" dirty="0"/>
              <a:t>Logos</a:t>
            </a:r>
          </a:p>
          <a:p>
            <a:pPr lvl="1"/>
            <a:r>
              <a:rPr lang="en-AU" dirty="0"/>
              <a:t>Patterns</a:t>
            </a:r>
          </a:p>
          <a:p>
            <a:pPr lvl="1"/>
            <a:r>
              <a:rPr lang="en-AU" dirty="0"/>
              <a:t>Images</a:t>
            </a:r>
          </a:p>
          <a:p>
            <a:pPr lvl="1"/>
            <a:r>
              <a:rPr lang="en-AU" dirty="0"/>
              <a:t>Tone</a:t>
            </a:r>
          </a:p>
          <a:p>
            <a:endParaRPr lang="en-AU" dirty="0"/>
          </a:p>
          <a:p>
            <a:endParaRPr lang="en-AU" dirty="0"/>
          </a:p>
          <a:p>
            <a:r>
              <a:rPr lang="en-AU" dirty="0"/>
              <a:t>For consistency in interface designs across an organisation or team</a:t>
            </a:r>
          </a:p>
        </p:txBody>
      </p:sp>
    </p:spTree>
    <p:extLst>
      <p:ext uri="{BB962C8B-B14F-4D97-AF65-F5344CB8AC3E}">
        <p14:creationId xmlns:p14="http://schemas.microsoft.com/office/powerpoint/2010/main" val="2802722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Some Examples</a:t>
            </a:r>
          </a:p>
        </p:txBody>
      </p:sp>
      <p:sp>
        <p:nvSpPr>
          <p:cNvPr id="3" name="Content Placeholder 2"/>
          <p:cNvSpPr>
            <a:spLocks noGrp="1"/>
          </p:cNvSpPr>
          <p:nvPr>
            <p:ph sz="half" idx="1"/>
          </p:nvPr>
        </p:nvSpPr>
        <p:spPr/>
        <p:txBody>
          <a:bodyPr>
            <a:normAutofit/>
          </a:bodyPr>
          <a:lstStyle/>
          <a:p>
            <a:r>
              <a:rPr lang="en-AU" dirty="0"/>
              <a:t>UOW</a:t>
            </a:r>
          </a:p>
          <a:p>
            <a:pPr lvl="1"/>
            <a:r>
              <a:rPr lang="en-AU" dirty="0">
                <a:hlinkClick r:id="rId2"/>
              </a:rPr>
              <a:t>https://www.uow.edu.au/brand/</a:t>
            </a:r>
            <a:endParaRPr lang="en-AU" dirty="0"/>
          </a:p>
          <a:p>
            <a:r>
              <a:rPr lang="en-AU" dirty="0"/>
              <a:t>NSW Government</a:t>
            </a:r>
          </a:p>
          <a:p>
            <a:pPr lvl="1"/>
            <a:r>
              <a:rPr lang="en-AU" dirty="0">
                <a:hlinkClick r:id="rId3"/>
              </a:rPr>
              <a:t>https://communications.dpc.nsw.gov.au/branding/</a:t>
            </a:r>
            <a:r>
              <a:rPr lang="en-AU" dirty="0"/>
              <a:t> </a:t>
            </a:r>
          </a:p>
          <a:p>
            <a:r>
              <a:rPr lang="en-AU" dirty="0"/>
              <a:t>Apple – App Store Promotion</a:t>
            </a:r>
          </a:p>
          <a:p>
            <a:pPr lvl="1"/>
            <a:r>
              <a:rPr lang="en-AU" dirty="0">
                <a:hlinkClick r:id="rId4"/>
              </a:rPr>
              <a:t>https://developer.apple.com/app-store/marketing/guidelines/</a:t>
            </a:r>
            <a:endParaRPr lang="en-AU" dirty="0"/>
          </a:p>
          <a:p>
            <a:r>
              <a:rPr lang="en-AU" dirty="0"/>
              <a:t>Lonely Planet</a:t>
            </a:r>
          </a:p>
          <a:p>
            <a:pPr lvl="1"/>
            <a:r>
              <a:rPr lang="en-AU" dirty="0">
                <a:hlinkClick r:id="rId5"/>
              </a:rPr>
              <a:t>http://rizzo.lonelyplanet.com/styleguide/design-elements/colours</a:t>
            </a:r>
            <a:endParaRPr lang="en-AU" dirty="0"/>
          </a:p>
          <a:p>
            <a:r>
              <a:rPr lang="en-AU" dirty="0"/>
              <a:t>Spotify</a:t>
            </a:r>
          </a:p>
          <a:p>
            <a:pPr lvl="1"/>
            <a:r>
              <a:rPr lang="en-AU" dirty="0">
                <a:hlinkClick r:id="rId6"/>
              </a:rPr>
              <a:t>https://developer.spotify.com/branding-guidelines/</a:t>
            </a:r>
            <a:endParaRPr lang="en-AU" dirty="0"/>
          </a:p>
          <a:p>
            <a:r>
              <a:rPr lang="en-AU" dirty="0"/>
              <a:t>Facebook</a:t>
            </a:r>
          </a:p>
          <a:p>
            <a:pPr lvl="1"/>
            <a:r>
              <a:rPr lang="en-AU" dirty="0">
                <a:hlinkClick r:id="rId7"/>
              </a:rPr>
              <a:t>https://en.facebookbrand.com/</a:t>
            </a:r>
            <a:r>
              <a:rPr lang="en-AU" dirty="0"/>
              <a:t>  </a:t>
            </a:r>
          </a:p>
        </p:txBody>
      </p:sp>
      <p:sp>
        <p:nvSpPr>
          <p:cNvPr id="4" name="Hexagon 3"/>
          <p:cNvSpPr/>
          <p:nvPr/>
        </p:nvSpPr>
        <p:spPr>
          <a:xfrm>
            <a:off x="7607168" y="95930"/>
            <a:ext cx="1350000" cy="1350000"/>
          </a:xfrm>
          <a:prstGeom prst="hexagon">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3000" dirty="0">
                <a:latin typeface="Font Awesome 5 Free Solid" panose="02000503000000000000" pitchFamily="50" charset="0"/>
              </a:rPr>
              <a:t></a:t>
            </a:r>
            <a:r>
              <a:rPr lang="en-AU" sz="1350" dirty="0">
                <a:latin typeface="Font Awesome 5 Free Solid" panose="02000503000000000000" pitchFamily="50" charset="0"/>
              </a:rPr>
              <a:t> </a:t>
            </a:r>
            <a:br>
              <a:rPr lang="en-AU" sz="1350" dirty="0">
                <a:latin typeface="Font Awesome 5 Free Solid" panose="02000503000000000000" pitchFamily="50" charset="0"/>
              </a:rPr>
            </a:br>
            <a:r>
              <a:rPr lang="en-AU" sz="1350" dirty="0"/>
              <a:t>Discuss</a:t>
            </a:r>
          </a:p>
        </p:txBody>
      </p:sp>
    </p:spTree>
    <p:extLst>
      <p:ext uri="{BB962C8B-B14F-4D97-AF65-F5344CB8AC3E}">
        <p14:creationId xmlns:p14="http://schemas.microsoft.com/office/powerpoint/2010/main" val="600451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r>
              <a:rPr lang="en-AU" dirty="0"/>
              <a:t>Card Sorting</a:t>
            </a:r>
          </a:p>
        </p:txBody>
      </p:sp>
      <p:sp>
        <p:nvSpPr>
          <p:cNvPr id="4" name="Content Placeholder 3"/>
          <p:cNvSpPr>
            <a:spLocks noGrp="1"/>
          </p:cNvSpPr>
          <p:nvPr>
            <p:ph sz="quarter" idx="14"/>
          </p:nvPr>
        </p:nvSpPr>
        <p:spPr/>
        <p:txBody>
          <a:bodyPr/>
          <a:lstStyle/>
          <a:p>
            <a:r>
              <a:rPr lang="en-AU" dirty="0"/>
              <a:t>TYPICALLY CONDUCTED EARLY IN THE DESIGN PHASE OF A PROJECT FOR DEFINING A SYSTEMS ARCHITECTURE</a:t>
            </a:r>
          </a:p>
        </p:txBody>
      </p:sp>
    </p:spTree>
    <p:extLst>
      <p:ext uri="{BB962C8B-B14F-4D97-AF65-F5344CB8AC3E}">
        <p14:creationId xmlns:p14="http://schemas.microsoft.com/office/powerpoint/2010/main" val="1467135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Card Sorting</a:t>
            </a:r>
          </a:p>
        </p:txBody>
      </p:sp>
      <p:sp>
        <p:nvSpPr>
          <p:cNvPr id="4" name="Content Placeholder 3"/>
          <p:cNvSpPr>
            <a:spLocks noGrp="1"/>
          </p:cNvSpPr>
          <p:nvPr>
            <p:ph sz="half" idx="1"/>
          </p:nvPr>
        </p:nvSpPr>
        <p:spPr>
          <a:xfrm>
            <a:off x="1485900" y="1329141"/>
            <a:ext cx="5574119" cy="3367158"/>
          </a:xfrm>
        </p:spPr>
        <p:txBody>
          <a:bodyPr>
            <a:normAutofit fontScale="92500" lnSpcReduction="10000"/>
          </a:bodyPr>
          <a:lstStyle/>
          <a:p>
            <a:r>
              <a:rPr lang="en-AU" dirty="0"/>
              <a:t>generate information about the associations and grouping of specific data items</a:t>
            </a:r>
          </a:p>
          <a:p>
            <a:r>
              <a:rPr lang="en-AU" dirty="0"/>
              <a:t>Technology:</a:t>
            </a:r>
          </a:p>
          <a:p>
            <a:pPr lvl="1"/>
            <a:r>
              <a:rPr lang="en-AU" dirty="0"/>
              <a:t>Low-tech method using index cards or post-it notes</a:t>
            </a:r>
          </a:p>
          <a:p>
            <a:pPr lvl="1"/>
            <a:r>
              <a:rPr lang="en-AU" dirty="0"/>
              <a:t>High-tech method (e.g. </a:t>
            </a:r>
            <a:r>
              <a:rPr lang="en-AU" dirty="0" err="1">
                <a:hlinkClick r:id="rId2"/>
              </a:rPr>
              <a:t>OptimalWorkshop</a:t>
            </a:r>
            <a:r>
              <a:rPr lang="en-AU" dirty="0"/>
              <a:t>,  </a:t>
            </a:r>
            <a:r>
              <a:rPr lang="en-AU" dirty="0" err="1">
                <a:hlinkClick r:id="rId3"/>
              </a:rPr>
              <a:t>uxSort</a:t>
            </a:r>
            <a:r>
              <a:rPr lang="en-AU" dirty="0">
                <a:hlinkClick r:id="rId3"/>
              </a:rPr>
              <a:t> </a:t>
            </a:r>
            <a:r>
              <a:rPr lang="en-AU" dirty="0"/>
              <a:t>or </a:t>
            </a:r>
            <a:r>
              <a:rPr lang="en-AU" dirty="0" err="1">
                <a:hlinkClick r:id="rId4"/>
              </a:rPr>
              <a:t>UserZoom</a:t>
            </a:r>
            <a:r>
              <a:rPr lang="en-AU" dirty="0"/>
              <a:t>)</a:t>
            </a:r>
          </a:p>
          <a:p>
            <a:r>
              <a:rPr lang="en-AU" dirty="0"/>
              <a:t>Typically conducted as a:</a:t>
            </a:r>
          </a:p>
          <a:p>
            <a:pPr lvl="1"/>
            <a:r>
              <a:rPr lang="en-AU" dirty="0"/>
              <a:t>Series of individual exercises</a:t>
            </a:r>
          </a:p>
          <a:p>
            <a:pPr lvl="1"/>
            <a:r>
              <a:rPr lang="en-AU" dirty="0"/>
              <a:t>Concurrent activity in a small group</a:t>
            </a:r>
          </a:p>
          <a:p>
            <a:pPr lvl="1"/>
            <a:r>
              <a:rPr lang="en-AU" dirty="0"/>
              <a:t>Mixed approach (individual then group discussion - differences)</a:t>
            </a:r>
          </a:p>
          <a:p>
            <a:r>
              <a:rPr lang="en-AU" dirty="0"/>
              <a:t>Open vs. Closed sorts</a:t>
            </a:r>
          </a:p>
          <a:p>
            <a:r>
              <a:rPr lang="en-AU" dirty="0"/>
              <a:t>See: </a:t>
            </a:r>
          </a:p>
          <a:p>
            <a:pPr lvl="1"/>
            <a:r>
              <a:rPr lang="en-AU" dirty="0">
                <a:hlinkClick r:id="rId5"/>
              </a:rPr>
              <a:t>http://measuringuserexperience.com/CardSorting/index.htm</a:t>
            </a:r>
            <a:endParaRPr lang="en-AU" dirty="0"/>
          </a:p>
          <a:p>
            <a:pPr lvl="1"/>
            <a:r>
              <a:rPr lang="en-AU" dirty="0">
                <a:hlinkClick r:id="rId6"/>
              </a:rPr>
              <a:t>https://www.interaction-design.org/literature/book/the-encyclopedia-of-human-computer-interaction-2nd-ed/card-sorting</a:t>
            </a:r>
            <a:endParaRPr lang="en-AU" dirty="0"/>
          </a:p>
          <a:p>
            <a:endParaRPr lang="en-AU" dirty="0"/>
          </a:p>
          <a:p>
            <a:endParaRPr lang="en-AU" dirty="0"/>
          </a:p>
        </p:txBody>
      </p:sp>
      <p:sp>
        <p:nvSpPr>
          <p:cNvPr id="5" name="Hexagon 4">
            <a:hlinkClick r:id="rId7"/>
          </p:cNvPr>
          <p:cNvSpPr/>
          <p:nvPr/>
        </p:nvSpPr>
        <p:spPr>
          <a:xfrm>
            <a:off x="6580800" y="62100"/>
            <a:ext cx="1350000" cy="1350000"/>
          </a:xfrm>
          <a:prstGeom prst="hexagon">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AU" sz="3000" dirty="0">
                <a:latin typeface="Font Awesome 5 Free Solid"/>
              </a:rPr>
              <a:t></a:t>
            </a:r>
            <a:br>
              <a:rPr lang="en-AU" sz="1350" dirty="0">
                <a:latin typeface="Font Awesome 5 Free Solid" panose="02000503000000000000" pitchFamily="50" charset="0"/>
              </a:rPr>
            </a:br>
            <a:r>
              <a:rPr lang="en-AU" sz="1350" dirty="0"/>
              <a:t>Watch</a:t>
            </a:r>
          </a:p>
        </p:txBody>
      </p:sp>
    </p:spTree>
    <p:extLst>
      <p:ext uri="{BB962C8B-B14F-4D97-AF65-F5344CB8AC3E}">
        <p14:creationId xmlns:p14="http://schemas.microsoft.com/office/powerpoint/2010/main" val="36043228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p:txBody>
          <a:bodyPr/>
          <a:lstStyle/>
          <a:p>
            <a:r>
              <a:rPr lang="en-AU" dirty="0"/>
              <a:t>Task Analysis</a:t>
            </a:r>
          </a:p>
        </p:txBody>
      </p:sp>
      <p:sp>
        <p:nvSpPr>
          <p:cNvPr id="5" name="Content Placeholder 4"/>
          <p:cNvSpPr>
            <a:spLocks noGrp="1"/>
          </p:cNvSpPr>
          <p:nvPr>
            <p:ph sz="quarter" idx="14"/>
          </p:nvPr>
        </p:nvSpPr>
        <p:spPr/>
        <p:txBody>
          <a:bodyPr/>
          <a:lstStyle/>
          <a:p>
            <a:endParaRPr lang="en-AU" dirty="0"/>
          </a:p>
        </p:txBody>
      </p:sp>
    </p:spTree>
    <p:extLst>
      <p:ext uri="{BB962C8B-B14F-4D97-AF65-F5344CB8AC3E}">
        <p14:creationId xmlns:p14="http://schemas.microsoft.com/office/powerpoint/2010/main" val="1089412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dirty="0"/>
              <a:t>Hierarchical Task Analysis</a:t>
            </a:r>
            <a:endParaRPr lang="en-GB" dirty="0"/>
          </a:p>
        </p:txBody>
      </p:sp>
      <p:sp>
        <p:nvSpPr>
          <p:cNvPr id="39939" name="Rectangle 3"/>
          <p:cNvSpPr>
            <a:spLocks noGrp="1" noChangeArrowheads="1"/>
          </p:cNvSpPr>
          <p:nvPr>
            <p:ph sz="half" idx="1"/>
          </p:nvPr>
        </p:nvSpPr>
        <p:spPr/>
        <p:txBody>
          <a:bodyPr/>
          <a:lstStyle/>
          <a:p>
            <a:r>
              <a:rPr lang="en-GB" dirty="0"/>
              <a:t>Involves breaking a task down into subtasks, then sub-sub-tasks and so on. These are grouped as plans which specify how the tasks might be performed in practice</a:t>
            </a:r>
          </a:p>
          <a:p>
            <a:r>
              <a:rPr lang="en-GB" dirty="0"/>
              <a:t>HTA focuses on physical and observable actions, and includes looking at actions not related to software or an interaction device</a:t>
            </a:r>
          </a:p>
          <a:p>
            <a:r>
              <a:rPr lang="en-GB" dirty="0"/>
              <a:t>Start with a user goal which is examined and the main tasks for achieving it are identified</a:t>
            </a:r>
          </a:p>
          <a:p>
            <a:r>
              <a:rPr lang="en-GB" dirty="0"/>
              <a:t>Tasks are sub-divided into sub-tasks</a:t>
            </a:r>
          </a:p>
          <a:p>
            <a:endParaRPr lang="en-GB" dirty="0"/>
          </a:p>
          <a:p>
            <a:r>
              <a:rPr lang="en-GB" dirty="0"/>
              <a:t>More information: </a:t>
            </a:r>
            <a:r>
              <a:rPr lang="en-GB" dirty="0">
                <a:hlinkClick r:id="rId2"/>
              </a:rPr>
              <a:t>http://www.usabilitybok.org/task-analysis</a:t>
            </a:r>
            <a:endParaRPr lang="en-GB" dirty="0"/>
          </a:p>
          <a:p>
            <a:endParaRPr lang="en-US" dirty="0"/>
          </a:p>
          <a:p>
            <a:endParaRPr lang="en-GB" dirty="0"/>
          </a:p>
        </p:txBody>
      </p:sp>
      <p:sp>
        <p:nvSpPr>
          <p:cNvPr id="3" name="Footer Placeholder 2"/>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rPr>
              <a:t>www.id-book.com</a:t>
            </a:r>
            <a:endParaRPr lang="en-GB" dirty="0">
              <a:solidFill>
                <a:schemeClr val="accent6">
                  <a:lumMod val="75000"/>
                </a:schemeClr>
              </a:solidFill>
            </a:endParaRPr>
          </a:p>
        </p:txBody>
      </p:sp>
    </p:spTree>
    <p:extLst>
      <p:ext uri="{BB962C8B-B14F-4D97-AF65-F5344CB8AC3E}">
        <p14:creationId xmlns:p14="http://schemas.microsoft.com/office/powerpoint/2010/main" val="1721343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Rectangle 5"/>
          <p:cNvSpPr>
            <a:spLocks noGrp="1" noChangeArrowheads="1"/>
          </p:cNvSpPr>
          <p:nvPr>
            <p:ph type="title"/>
          </p:nvPr>
        </p:nvSpPr>
        <p:spPr/>
        <p:txBody>
          <a:bodyPr/>
          <a:lstStyle/>
          <a:p>
            <a:r>
              <a:rPr lang="en-US"/>
              <a:t>Example Hierarchical Task Analysis</a:t>
            </a:r>
          </a:p>
        </p:txBody>
      </p:sp>
      <p:sp>
        <p:nvSpPr>
          <p:cNvPr id="40966" name="Rectangle 6"/>
          <p:cNvSpPr>
            <a:spLocks noGrp="1" noChangeArrowheads="1"/>
          </p:cNvSpPr>
          <p:nvPr>
            <p:ph sz="half" idx="1"/>
          </p:nvPr>
        </p:nvSpPr>
        <p:spPr/>
        <p:txBody>
          <a:bodyPr/>
          <a:lstStyle/>
          <a:p>
            <a:pPr marL="300038" lvl="1" indent="0">
              <a:buNone/>
            </a:pPr>
            <a:r>
              <a:rPr lang="en-GB" dirty="0"/>
              <a:t>0. In order to buy a DVD</a:t>
            </a:r>
          </a:p>
          <a:p>
            <a:pPr marL="300038" lvl="1" indent="0">
              <a:buNone/>
            </a:pPr>
            <a:r>
              <a:rPr lang="en-GB" dirty="0"/>
              <a:t>1. locate DVD</a:t>
            </a:r>
          </a:p>
          <a:p>
            <a:pPr marL="300038" lvl="1" indent="0">
              <a:buNone/>
            </a:pPr>
            <a:r>
              <a:rPr lang="en-GB" dirty="0"/>
              <a:t>2. add DVD to shopping basket</a:t>
            </a:r>
          </a:p>
          <a:p>
            <a:pPr marL="300038" lvl="1" indent="0">
              <a:buNone/>
            </a:pPr>
            <a:r>
              <a:rPr lang="en-GB" dirty="0"/>
              <a:t>3. enter payment details</a:t>
            </a:r>
          </a:p>
          <a:p>
            <a:pPr marL="300038" lvl="1" indent="0">
              <a:buNone/>
            </a:pPr>
            <a:r>
              <a:rPr lang="en-GB" dirty="0"/>
              <a:t>4. complete address</a:t>
            </a:r>
          </a:p>
          <a:p>
            <a:pPr marL="300038" lvl="1" indent="0">
              <a:buNone/>
            </a:pPr>
            <a:r>
              <a:rPr lang="en-GB" dirty="0"/>
              <a:t>5. confirm order</a:t>
            </a:r>
            <a:br>
              <a:rPr lang="en-GB" dirty="0"/>
            </a:br>
            <a:endParaRPr lang="en-GB" dirty="0"/>
          </a:p>
          <a:p>
            <a:r>
              <a:rPr lang="en-GB" dirty="0"/>
              <a:t>Plan 0: 	If regular user do 1-2-5. </a:t>
            </a:r>
            <a:br>
              <a:rPr lang="en-GB" dirty="0"/>
            </a:br>
            <a:r>
              <a:rPr lang="en-GB" dirty="0"/>
              <a:t>			If new user do 1-2-3-4-5.</a:t>
            </a:r>
          </a:p>
          <a:p>
            <a:endParaRPr lang="en-US" dirty="0"/>
          </a:p>
        </p:txBody>
      </p:sp>
      <p:sp>
        <p:nvSpPr>
          <p:cNvPr id="3" name="Footer Placeholder 2"/>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40962"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40963"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40964"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latin typeface="Liberation Sans"/>
            </a:endParaRPr>
          </a:p>
        </p:txBody>
      </p:sp>
      <p:sp>
        <p:nvSpPr>
          <p:cNvPr id="40967" name="Rectangle 7"/>
          <p:cNvSpPr>
            <a:spLocks noChangeArrowheads="1"/>
          </p:cNvSpPr>
          <p:nvPr/>
        </p:nvSpPr>
        <p:spPr bwMode="auto">
          <a:xfrm>
            <a:off x="2681791" y="1599642"/>
            <a:ext cx="6194822"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67866" tIns="33338" rIns="67866" bIns="33338"/>
          <a:lstStyle/>
          <a:p>
            <a:pPr eaLnBrk="0" hangingPunct="0"/>
            <a:endParaRPr lang="en-GB" dirty="0">
              <a:latin typeface="Liberation Sans"/>
            </a:endParaRPr>
          </a:p>
        </p:txBody>
      </p:sp>
    </p:spTree>
    <p:extLst>
      <p:ext uri="{BB962C8B-B14F-4D97-AF65-F5344CB8AC3E}">
        <p14:creationId xmlns:p14="http://schemas.microsoft.com/office/powerpoint/2010/main" val="62105275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41987" name="Rectangle 3"/>
          <p:cNvSpPr>
            <a:spLocks noChangeArrowheads="1"/>
          </p:cNvSpPr>
          <p:nvPr/>
        </p:nvSpPr>
        <p:spPr bwMode="auto">
          <a:xfrm>
            <a:off x="3517106" y="4686300"/>
            <a:ext cx="21097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41988" name="Rectangle 4"/>
          <p:cNvSpPr>
            <a:spLocks noChangeArrowheads="1"/>
          </p:cNvSpPr>
          <p:nvPr/>
        </p:nvSpPr>
        <p:spPr bwMode="auto">
          <a:xfrm>
            <a:off x="1670447" y="4686300"/>
            <a:ext cx="14239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sz="1350"/>
          </a:p>
        </p:txBody>
      </p:sp>
      <p:sp>
        <p:nvSpPr>
          <p:cNvPr id="41989" name="Rectangle 5"/>
          <p:cNvSpPr>
            <a:spLocks noGrp="1" noChangeArrowheads="1"/>
          </p:cNvSpPr>
          <p:nvPr>
            <p:ph type="title"/>
          </p:nvPr>
        </p:nvSpPr>
        <p:spPr/>
        <p:txBody>
          <a:bodyPr>
            <a:normAutofit/>
          </a:bodyPr>
          <a:lstStyle/>
          <a:p>
            <a:r>
              <a:rPr lang="en-US" dirty="0"/>
              <a:t>Example Hierarchical Task Analysis </a:t>
            </a:r>
            <a:r>
              <a:rPr lang="en-US" sz="1500" dirty="0">
                <a:solidFill>
                  <a:schemeClr val="accent2"/>
                </a:solidFill>
                <a:latin typeface="+mn-lt"/>
              </a:rPr>
              <a:t>(GRAPHICAL)</a:t>
            </a:r>
          </a:p>
        </p:txBody>
      </p:sp>
      <p:sp>
        <p:nvSpPr>
          <p:cNvPr id="3" name="Footer Placeholder 2"/>
          <p:cNvSpPr>
            <a:spLocks noGrp="1"/>
          </p:cNvSpPr>
          <p:nvPr>
            <p:ph type="ftr" sz="quarter" idx="4294967295"/>
          </p:nvPr>
        </p:nvSpPr>
        <p:spPr>
          <a:xfrm>
            <a:off x="1143000" y="4767263"/>
            <a:ext cx="2171700" cy="273844"/>
          </a:xfrm>
          <a:prstGeom prst="rect">
            <a:avLst/>
          </a:prstGeom>
        </p:spPr>
        <p:txBody>
          <a:bodyPr/>
          <a:lstStyle/>
          <a:p>
            <a:r>
              <a:rPr lang="en-GB" sz="750" dirty="0">
                <a:solidFill>
                  <a:schemeClr val="accent6">
                    <a:lumMod val="75000"/>
                  </a:schemeClr>
                </a:solidFill>
              </a:rPr>
              <a:t>www.id-book.com</a:t>
            </a:r>
            <a:endParaRPr lang="en-GB" dirty="0">
              <a:solidFill>
                <a:schemeClr val="accent6">
                  <a:lumMod val="75000"/>
                </a:schemeClr>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628" y="1289458"/>
            <a:ext cx="6642738" cy="2938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5360624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AU" dirty="0"/>
              <a:t>HTA Example</a:t>
            </a:r>
          </a:p>
        </p:txBody>
      </p:sp>
      <p:sp>
        <p:nvSpPr>
          <p:cNvPr id="4" name="Content Placeholder 3"/>
          <p:cNvSpPr>
            <a:spLocks noGrp="1"/>
          </p:cNvSpPr>
          <p:nvPr>
            <p:ph sz="half" idx="1"/>
          </p:nvPr>
        </p:nvSpPr>
        <p:spPr/>
        <p:txBody>
          <a:bodyPr/>
          <a:lstStyle/>
          <a:p>
            <a:r>
              <a:rPr lang="en-AU" dirty="0">
                <a:hlinkClick r:id="rId2"/>
              </a:rPr>
              <a:t>http://www.uxmatters.com/mt/archives/2010/02/hierarchical-task-analysis.php</a:t>
            </a:r>
            <a:endParaRPr lang="en-AU" dirty="0"/>
          </a:p>
          <a:p>
            <a:endParaRPr lang="en-AU" dirty="0"/>
          </a:p>
        </p:txBody>
      </p:sp>
    </p:spTree>
    <p:extLst>
      <p:ext uri="{BB962C8B-B14F-4D97-AF65-F5344CB8AC3E}">
        <p14:creationId xmlns:p14="http://schemas.microsoft.com/office/powerpoint/2010/main" val="10159505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20000"/>
          </a:bodyPr>
          <a:lstStyle/>
          <a:p>
            <a:r>
              <a:rPr lang="en-AU" dirty="0"/>
              <a:t>Moodle </a:t>
            </a:r>
          </a:p>
          <a:p>
            <a:r>
              <a:rPr lang="en-AU" dirty="0"/>
              <a:t>International programmes </a:t>
            </a:r>
          </a:p>
          <a:p>
            <a:r>
              <a:rPr lang="en-AU" dirty="0"/>
              <a:t>Directory </a:t>
            </a:r>
          </a:p>
          <a:p>
            <a:r>
              <a:rPr lang="en-AU" dirty="0"/>
              <a:t>Services</a:t>
            </a:r>
          </a:p>
          <a:p>
            <a:r>
              <a:rPr lang="en-AU" dirty="0"/>
              <a:t>Research Institutes </a:t>
            </a:r>
          </a:p>
          <a:p>
            <a:r>
              <a:rPr lang="en-AU" dirty="0"/>
              <a:t>Organisation chart </a:t>
            </a:r>
          </a:p>
          <a:p>
            <a:r>
              <a:rPr lang="en-AU" dirty="0"/>
              <a:t>Alumni </a:t>
            </a:r>
          </a:p>
          <a:p>
            <a:r>
              <a:rPr lang="en-AU" dirty="0"/>
              <a:t>Faculties</a:t>
            </a:r>
          </a:p>
          <a:p>
            <a:r>
              <a:rPr lang="en-AU" dirty="0"/>
              <a:t>Technological resources </a:t>
            </a:r>
          </a:p>
          <a:p>
            <a:r>
              <a:rPr lang="en-AU" dirty="0"/>
              <a:t>Webmail</a:t>
            </a:r>
          </a:p>
          <a:p>
            <a:r>
              <a:rPr lang="en-AU" dirty="0"/>
              <a:t>Schools</a:t>
            </a:r>
          </a:p>
          <a:p>
            <a:pPr marL="0" indent="0">
              <a:buNone/>
            </a:pPr>
            <a:endParaRPr lang="en-AU" dirty="0"/>
          </a:p>
        </p:txBody>
      </p:sp>
      <p:sp>
        <p:nvSpPr>
          <p:cNvPr id="4" name="Title 3"/>
          <p:cNvSpPr>
            <a:spLocks noGrp="1"/>
          </p:cNvSpPr>
          <p:nvPr>
            <p:ph type="title"/>
          </p:nvPr>
        </p:nvSpPr>
        <p:spPr/>
        <p:txBody>
          <a:bodyPr/>
          <a:lstStyle/>
          <a:p>
            <a:r>
              <a:rPr lang="en-AU" dirty="0"/>
              <a:t>Activity 1: Card Sort</a:t>
            </a:r>
          </a:p>
        </p:txBody>
      </p:sp>
      <p:sp>
        <p:nvSpPr>
          <p:cNvPr id="2" name="Text Placeholder 1">
            <a:extLst>
              <a:ext uri="{FF2B5EF4-FFF2-40B4-BE49-F238E27FC236}">
                <a16:creationId xmlns:a16="http://schemas.microsoft.com/office/drawing/2014/main" id="{4765A64B-39A7-7B46-9048-3EFE1D7656D5}"/>
              </a:ext>
            </a:extLst>
          </p:cNvPr>
          <p:cNvSpPr>
            <a:spLocks noGrp="1"/>
          </p:cNvSpPr>
          <p:nvPr>
            <p:ph type="body" sz="half" idx="2"/>
          </p:nvPr>
        </p:nvSpPr>
        <p:spPr/>
        <p:txBody>
          <a:bodyPr/>
          <a:lstStyle/>
          <a:p>
            <a:r>
              <a:rPr lang="en-US" dirty="0"/>
              <a:t>       </a:t>
            </a:r>
          </a:p>
        </p:txBody>
      </p:sp>
      <p:sp>
        <p:nvSpPr>
          <p:cNvPr id="6" name="Content Placeholder 4">
            <a:extLst>
              <a:ext uri="{FF2B5EF4-FFF2-40B4-BE49-F238E27FC236}">
                <a16:creationId xmlns:a16="http://schemas.microsoft.com/office/drawing/2014/main" id="{257B1FE6-9BAB-8547-A790-30CAB99DB6A9}"/>
              </a:ext>
            </a:extLst>
          </p:cNvPr>
          <p:cNvSpPr txBox="1">
            <a:spLocks/>
          </p:cNvSpPr>
          <p:nvPr/>
        </p:nvSpPr>
        <p:spPr>
          <a:xfrm>
            <a:off x="513346" y="1885612"/>
            <a:ext cx="4010526" cy="3016397"/>
          </a:xfrm>
          <a:prstGeom prst="rect">
            <a:avLst/>
          </a:prstGeom>
        </p:spPr>
        <p:txBody>
          <a:bodyPr vert="horz" lIns="91440" tIns="45720" rIns="91440" bIns="45720" rtlCol="0">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1600" b="0" i="0" kern="1200">
                <a:solidFill>
                  <a:schemeClr val="accent3"/>
                </a:solidFill>
                <a:latin typeface="Montserrat" pitchFamily="2" charset="77"/>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b="0" i="0" kern="1200">
                <a:solidFill>
                  <a:schemeClr val="accent3"/>
                </a:solidFill>
                <a:latin typeface="Montserrat" pitchFamily="2" charset="77"/>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b="0" i="0" kern="1200">
                <a:solidFill>
                  <a:schemeClr val="accent3"/>
                </a:solidFill>
                <a:latin typeface="Montserrat" pitchFamily="2" charset="77"/>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600" b="0" i="0" kern="1200">
                <a:solidFill>
                  <a:schemeClr val="accent3"/>
                </a:solidFill>
                <a:latin typeface="Montserrat" pitchFamily="2" charset="77"/>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600" b="0" i="0" kern="1200">
                <a:solidFill>
                  <a:schemeClr val="accent3"/>
                </a:solidFill>
                <a:latin typeface="Montserrat"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9pPr>
          </a:lstStyle>
          <a:p>
            <a:r>
              <a:rPr lang="en-AU" dirty="0"/>
              <a:t>Current Students</a:t>
            </a:r>
          </a:p>
          <a:p>
            <a:r>
              <a:rPr lang="en-AU" dirty="0"/>
              <a:t>University management</a:t>
            </a:r>
          </a:p>
          <a:p>
            <a:r>
              <a:rPr lang="en-AU" dirty="0"/>
              <a:t>Degree Structures</a:t>
            </a:r>
          </a:p>
          <a:p>
            <a:r>
              <a:rPr lang="en-AU" dirty="0"/>
              <a:t>Technology </a:t>
            </a:r>
          </a:p>
          <a:p>
            <a:r>
              <a:rPr lang="en-AU" dirty="0"/>
              <a:t>Sport </a:t>
            </a:r>
          </a:p>
          <a:p>
            <a:r>
              <a:rPr lang="en-AU" dirty="0"/>
              <a:t>Library</a:t>
            </a:r>
          </a:p>
          <a:p>
            <a:r>
              <a:rPr lang="en-AU" dirty="0"/>
              <a:t>Research</a:t>
            </a:r>
          </a:p>
          <a:p>
            <a:r>
              <a:rPr lang="en-AU" dirty="0"/>
              <a:t>Study Programmes </a:t>
            </a:r>
          </a:p>
          <a:p>
            <a:r>
              <a:rPr lang="en-AU" dirty="0"/>
              <a:t>Admissions </a:t>
            </a:r>
          </a:p>
          <a:p>
            <a:r>
              <a:rPr lang="en-AU" dirty="0"/>
              <a:t>Study at the university </a:t>
            </a:r>
          </a:p>
        </p:txBody>
      </p:sp>
    </p:spTree>
    <p:extLst>
      <p:ext uri="{BB962C8B-B14F-4D97-AF65-F5344CB8AC3E}">
        <p14:creationId xmlns:p14="http://schemas.microsoft.com/office/powerpoint/2010/main" val="2339906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AU" dirty="0"/>
              <a:t>Activity 2: HTA – Borrow a known book</a:t>
            </a:r>
          </a:p>
        </p:txBody>
      </p:sp>
      <p:sp>
        <p:nvSpPr>
          <p:cNvPr id="5" name="Content Placeholder 4"/>
          <p:cNvSpPr>
            <a:spLocks noGrp="1"/>
          </p:cNvSpPr>
          <p:nvPr>
            <p:ph sz="half" idx="1"/>
          </p:nvPr>
        </p:nvSpPr>
        <p:spPr/>
        <p:txBody>
          <a:bodyPr>
            <a:normAutofit lnSpcReduction="10000"/>
          </a:bodyPr>
          <a:lstStyle/>
          <a:p>
            <a:pPr marL="0" indent="0">
              <a:buNone/>
            </a:pPr>
            <a:r>
              <a:rPr lang="en-AU" dirty="0"/>
              <a:t>0. 	To borrow a book from the library </a:t>
            </a:r>
          </a:p>
          <a:p>
            <a:pPr marL="300038" lvl="1" indent="0">
              <a:buNone/>
            </a:pPr>
            <a:r>
              <a:rPr lang="en-AU" dirty="0"/>
              <a:t>1. 	Go to the library </a:t>
            </a:r>
          </a:p>
          <a:p>
            <a:pPr marL="300038" lvl="1" indent="0">
              <a:buNone/>
            </a:pPr>
            <a:r>
              <a:rPr lang="en-AU" dirty="0"/>
              <a:t>2. 	Find the required book </a:t>
            </a:r>
          </a:p>
          <a:p>
            <a:pPr marL="600075" lvl="2" indent="0">
              <a:buNone/>
            </a:pPr>
            <a:r>
              <a:rPr lang="en-AU" dirty="0"/>
              <a:t>2.1 	access library catalogue </a:t>
            </a:r>
          </a:p>
          <a:p>
            <a:pPr marL="600075" lvl="2" indent="0">
              <a:buNone/>
            </a:pPr>
            <a:r>
              <a:rPr lang="en-AU" dirty="0"/>
              <a:t>2.2 	access the search screen </a:t>
            </a:r>
          </a:p>
          <a:p>
            <a:pPr marL="600075" lvl="2" indent="0">
              <a:buNone/>
            </a:pPr>
            <a:r>
              <a:rPr lang="en-AU" dirty="0"/>
              <a:t>2.3 	enter search criteria </a:t>
            </a:r>
          </a:p>
          <a:p>
            <a:pPr marL="600075" lvl="2" indent="0">
              <a:buNone/>
            </a:pPr>
            <a:r>
              <a:rPr lang="en-AU" dirty="0"/>
              <a:t>2.4 	identify required book </a:t>
            </a:r>
          </a:p>
          <a:p>
            <a:pPr marL="600075" lvl="2" indent="0">
              <a:buNone/>
            </a:pPr>
            <a:r>
              <a:rPr lang="en-AU" dirty="0"/>
              <a:t>2.5 	note location </a:t>
            </a:r>
          </a:p>
          <a:p>
            <a:pPr marL="300038" lvl="1" indent="0">
              <a:buNone/>
            </a:pPr>
            <a:r>
              <a:rPr lang="en-AU" dirty="0"/>
              <a:t>3. 	Go to correct shelf and retrieve book </a:t>
            </a:r>
          </a:p>
          <a:p>
            <a:pPr marL="300038" lvl="1" indent="0">
              <a:buNone/>
            </a:pPr>
            <a:r>
              <a:rPr lang="en-AU" dirty="0"/>
              <a:t>4. 	Borrow book at self-check-out machine</a:t>
            </a:r>
            <a:br>
              <a:rPr lang="en-AU" dirty="0"/>
            </a:br>
            <a:endParaRPr lang="en-AU" dirty="0"/>
          </a:p>
          <a:p>
            <a:pPr marL="0" indent="0">
              <a:buNone/>
            </a:pPr>
            <a:r>
              <a:rPr lang="en-AU" dirty="0"/>
              <a:t>plan 0: 	do 1-3-4. </a:t>
            </a:r>
          </a:p>
          <a:p>
            <a:pPr marL="0" indent="0">
              <a:buNone/>
            </a:pPr>
            <a:r>
              <a:rPr lang="en-AU" dirty="0"/>
              <a:t>		If book isn’t on the expected shelf, do 2-3-4. </a:t>
            </a:r>
          </a:p>
          <a:p>
            <a:pPr marL="0" indent="0">
              <a:buNone/>
            </a:pPr>
            <a:r>
              <a:rPr lang="en-AU" dirty="0"/>
              <a:t>plan 2: 	do 2.1-2.4-2.5. </a:t>
            </a:r>
          </a:p>
          <a:p>
            <a:pPr marL="0" indent="0">
              <a:buNone/>
            </a:pPr>
            <a:r>
              <a:rPr lang="en-AU" dirty="0"/>
              <a:t>		If book not identified do 2.2-2.3-2.4. </a:t>
            </a:r>
          </a:p>
          <a:p>
            <a:pPr marL="0" indent="0">
              <a:buNone/>
            </a:pPr>
            <a:endParaRPr lang="en-AU" dirty="0"/>
          </a:p>
        </p:txBody>
      </p:sp>
    </p:spTree>
    <p:extLst>
      <p:ext uri="{BB962C8B-B14F-4D97-AF65-F5344CB8AC3E}">
        <p14:creationId xmlns:p14="http://schemas.microsoft.com/office/powerpoint/2010/main" val="3228882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5919" y="1258226"/>
            <a:ext cx="6347825" cy="1611674"/>
          </a:xfrm>
        </p:spPr>
        <p:txBody>
          <a:bodyPr anchor="b">
            <a:normAutofit/>
          </a:bodyPr>
          <a:lstStyle/>
          <a:p>
            <a:r>
              <a:rPr lang="en-AU" dirty="0"/>
              <a:t>Take Home Message…</a:t>
            </a:r>
          </a:p>
        </p:txBody>
      </p:sp>
      <p:sp>
        <p:nvSpPr>
          <p:cNvPr id="3" name="Content Placeholder 2"/>
          <p:cNvSpPr>
            <a:spLocks noGrp="1"/>
          </p:cNvSpPr>
          <p:nvPr>
            <p:ph type="subTitle" idx="1"/>
          </p:nvPr>
        </p:nvSpPr>
        <p:spPr>
          <a:xfrm>
            <a:off x="355919" y="3042377"/>
            <a:ext cx="6347825" cy="961732"/>
          </a:xfrm>
        </p:spPr>
        <p:txBody>
          <a:bodyPr anchor="t">
            <a:normAutofit/>
          </a:bodyPr>
          <a:lstStyle/>
          <a:p>
            <a:r>
              <a:rPr lang="en-AU" dirty="0"/>
              <a:t>When designing the UI/UX for a system you need to think beyond the traditional approaches to come up with creative solutions that meet the needs of multiple stakeholders</a:t>
            </a:r>
          </a:p>
        </p:txBody>
      </p:sp>
    </p:spTree>
    <p:extLst>
      <p:ext uri="{BB962C8B-B14F-4D97-AF65-F5344CB8AC3E}">
        <p14:creationId xmlns:p14="http://schemas.microsoft.com/office/powerpoint/2010/main" val="1815453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Additional Resources</a:t>
            </a:r>
          </a:p>
        </p:txBody>
      </p:sp>
      <p:sp>
        <p:nvSpPr>
          <p:cNvPr id="3" name="Content Placeholder 2"/>
          <p:cNvSpPr>
            <a:spLocks noGrp="1"/>
          </p:cNvSpPr>
          <p:nvPr>
            <p:ph sz="half" idx="1"/>
          </p:nvPr>
        </p:nvSpPr>
        <p:spPr/>
        <p:txBody>
          <a:bodyPr>
            <a:normAutofit/>
          </a:bodyPr>
          <a:lstStyle/>
          <a:p>
            <a:r>
              <a:rPr lang="en-AU" dirty="0"/>
              <a:t>Dam, R. &amp; Siang, T. (2018) “Personas – A Simple Introduction” [Available: </a:t>
            </a:r>
            <a:r>
              <a:rPr lang="en-AU" dirty="0">
                <a:hlinkClick r:id="rId2"/>
              </a:rPr>
              <a:t>https://www.interaction-design.org/literature/article/personas-why-and-how-you-should-use-them</a:t>
            </a:r>
            <a:r>
              <a:rPr lang="en-AU" dirty="0"/>
              <a:t>]</a:t>
            </a:r>
          </a:p>
          <a:p>
            <a:r>
              <a:rPr lang="en-AU" dirty="0"/>
              <a:t>Harley, A. (2015) “Personas Make Users Memorable for Product Team Members” [Available: </a:t>
            </a:r>
            <a:r>
              <a:rPr lang="en-AU" dirty="0">
                <a:hlinkClick r:id="rId3"/>
              </a:rPr>
              <a:t>https://www.nngroup.com/articles/persona/</a:t>
            </a:r>
            <a:r>
              <a:rPr lang="en-AU" dirty="0"/>
              <a:t>] </a:t>
            </a:r>
          </a:p>
          <a:p>
            <a:r>
              <a:rPr lang="en-AU" dirty="0" err="1"/>
              <a:t>Gregersen</a:t>
            </a:r>
            <a:r>
              <a:rPr lang="en-AU" dirty="0"/>
              <a:t>, H. (2018) “Better Brainstorming”, </a:t>
            </a:r>
            <a:r>
              <a:rPr lang="en-AU" i="1" dirty="0"/>
              <a:t>Harvard Business Review</a:t>
            </a:r>
            <a:r>
              <a:rPr lang="en-AU" dirty="0"/>
              <a:t>, March-April.</a:t>
            </a:r>
          </a:p>
          <a:p>
            <a:r>
              <a:rPr lang="en-AU" dirty="0"/>
              <a:t>IDEO (2017) “Designing the Levi’s Commuter Trucker Jacket with Jacquard by Google” [Available: </a:t>
            </a:r>
            <a:r>
              <a:rPr lang="en-AU" dirty="0">
                <a:hlinkClick r:id="rId4"/>
              </a:rPr>
              <a:t>https://www.ideo.com/case-study/designing-the-levis-commuter-trucker-jacket-with-jacquard-by-google</a:t>
            </a:r>
            <a:r>
              <a:rPr lang="en-AU" dirty="0"/>
              <a:t>]</a:t>
            </a:r>
          </a:p>
          <a:p>
            <a:r>
              <a:rPr lang="en-AU" dirty="0" err="1"/>
              <a:t>Stribley</a:t>
            </a:r>
            <a:r>
              <a:rPr lang="en-AU" dirty="0"/>
              <a:t>, M. (2018) “50 meticulous style guides every startup should see before launching” [Available: </a:t>
            </a:r>
            <a:r>
              <a:rPr lang="en-AU" dirty="0">
                <a:hlinkClick r:id="rId5"/>
              </a:rPr>
              <a:t>https://www.canva.com/learn/50-meticulous-style-guides-every-startup-see-launching/</a:t>
            </a:r>
            <a:r>
              <a:rPr lang="en-AU" dirty="0"/>
              <a:t>] </a:t>
            </a:r>
          </a:p>
        </p:txBody>
      </p:sp>
    </p:spTree>
    <p:extLst>
      <p:ext uri="{BB962C8B-B14F-4D97-AF65-F5344CB8AC3E}">
        <p14:creationId xmlns:p14="http://schemas.microsoft.com/office/powerpoint/2010/main" val="269568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 y="0"/>
            <a:ext cx="2807369" cy="5143500"/>
          </a:xfrm>
          <a:prstGeom prst="rect">
            <a:avLst/>
          </a:prstGeom>
          <a:solidFill>
            <a:schemeClr val="accent2"/>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8" name="Rectangle 7"/>
          <p:cNvSpPr/>
          <p:nvPr/>
        </p:nvSpPr>
        <p:spPr>
          <a:xfrm>
            <a:off x="2807369" y="0"/>
            <a:ext cx="6336632" cy="5143500"/>
          </a:xfrm>
          <a:prstGeom prst="rect">
            <a:avLst/>
          </a:prstGeom>
          <a:solidFill>
            <a:schemeClr val="accent3"/>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6" name="Chevron 5"/>
          <p:cNvSpPr/>
          <p:nvPr/>
        </p:nvSpPr>
        <p:spPr>
          <a:xfrm>
            <a:off x="1" y="0"/>
            <a:ext cx="3451136" cy="5143500"/>
          </a:xfrm>
          <a:prstGeom prst="chevron">
            <a:avLst>
              <a:gd name="adj" fmla="val 7561"/>
            </a:avLst>
          </a:prstGeom>
          <a:solidFill>
            <a:schemeClr val="accent2"/>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000000"/>
              </a:solidFill>
              <a:effectLst/>
              <a:uFillTx/>
              <a:latin typeface="Montserrat-Regular"/>
              <a:ea typeface="Montserrat-Regular"/>
              <a:cs typeface="Montserrat-Regular"/>
              <a:sym typeface="Montserrat-Regular"/>
            </a:endParaRPr>
          </a:p>
        </p:txBody>
      </p:sp>
      <p:sp>
        <p:nvSpPr>
          <p:cNvPr id="3" name="Title 2"/>
          <p:cNvSpPr txBox="1">
            <a:spLocks/>
          </p:cNvSpPr>
          <p:nvPr/>
        </p:nvSpPr>
        <p:spPr>
          <a:xfrm>
            <a:off x="355919" y="342900"/>
            <a:ext cx="2451449" cy="4533900"/>
          </a:xfrm>
          <a:prstGeom prst="rect">
            <a:avLst/>
          </a:prstGeom>
          <a:effectLst/>
        </p:spPr>
        <p:txBody>
          <a:bodyPr anchor="ctr"/>
          <a:lstStyle>
            <a:lvl1pPr algn="l" defTabSz="685800" rtl="0" eaLnBrk="1" latinLnBrk="0" hangingPunct="1">
              <a:lnSpc>
                <a:spcPct val="90000"/>
              </a:lnSpc>
              <a:spcBef>
                <a:spcPct val="0"/>
              </a:spcBef>
              <a:buNone/>
              <a:defRPr sz="3300" kern="1200">
                <a:solidFill>
                  <a:schemeClr val="accent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sz="4000" dirty="0">
                <a:solidFill>
                  <a:schemeClr val="bg1"/>
                </a:solidFill>
              </a:rPr>
              <a:t>Things </a:t>
            </a:r>
            <a:br>
              <a:rPr lang="en-AU" sz="4000" dirty="0">
                <a:solidFill>
                  <a:schemeClr val="bg1"/>
                </a:solidFill>
              </a:rPr>
            </a:br>
            <a:r>
              <a:rPr lang="en-AU" sz="4000" dirty="0">
                <a:solidFill>
                  <a:schemeClr val="bg1"/>
                </a:solidFill>
              </a:rPr>
              <a:t>to think</a:t>
            </a:r>
            <a:br>
              <a:rPr lang="en-AU" sz="4000" dirty="0">
                <a:solidFill>
                  <a:schemeClr val="bg1"/>
                </a:solidFill>
              </a:rPr>
            </a:br>
            <a:r>
              <a:rPr lang="en-AU" sz="4000" dirty="0">
                <a:solidFill>
                  <a:schemeClr val="bg1"/>
                </a:solidFill>
              </a:rPr>
              <a:t>about</a:t>
            </a:r>
          </a:p>
        </p:txBody>
      </p:sp>
      <p:sp>
        <p:nvSpPr>
          <p:cNvPr id="9" name="Text Placeholder 3"/>
          <p:cNvSpPr txBox="1">
            <a:spLocks/>
          </p:cNvSpPr>
          <p:nvPr/>
        </p:nvSpPr>
        <p:spPr>
          <a:xfrm>
            <a:off x="3673642" y="342901"/>
            <a:ext cx="5137592" cy="4533899"/>
          </a:xfrm>
          <a:prstGeom prst="rect">
            <a:avLst/>
          </a:prstGeom>
          <a:effectLst/>
        </p:spPr>
        <p:txBody>
          <a:bodyPr anchor="ctr"/>
          <a:lstStyle>
            <a:lvl1pPr marL="171450" indent="-171450" algn="l" defTabSz="685800" rtl="0" eaLnBrk="1" latinLnBrk="0" hangingPunct="1">
              <a:lnSpc>
                <a:spcPct val="90000"/>
              </a:lnSpc>
              <a:spcBef>
                <a:spcPts val="750"/>
              </a:spcBef>
              <a:buFont typeface="Arial" panose="020B0604020202020204" pitchFamily="34" charset="0"/>
              <a:buChar char="•"/>
              <a:defRPr sz="16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AU" sz="2000" dirty="0">
                <a:solidFill>
                  <a:schemeClr val="bg1"/>
                </a:solidFill>
                <a:latin typeface="Montserrat" pitchFamily="2" charset="77"/>
              </a:rPr>
              <a:t>Personas and Scenarios</a:t>
            </a:r>
          </a:p>
          <a:p>
            <a:pPr marL="0" indent="0">
              <a:buNone/>
            </a:pPr>
            <a:endParaRPr lang="en-AU" sz="2000" dirty="0">
              <a:solidFill>
                <a:schemeClr val="bg1"/>
              </a:solidFill>
              <a:latin typeface="Montserrat" pitchFamily="2" charset="77"/>
            </a:endParaRPr>
          </a:p>
          <a:p>
            <a:pPr marL="0" indent="0">
              <a:buNone/>
            </a:pPr>
            <a:r>
              <a:rPr lang="en-AU" sz="2000" dirty="0">
                <a:solidFill>
                  <a:schemeClr val="bg1"/>
                </a:solidFill>
                <a:latin typeface="Montserrat" pitchFamily="2" charset="77"/>
              </a:rPr>
              <a:t>Card Sorting</a:t>
            </a:r>
          </a:p>
          <a:p>
            <a:pPr marL="0" indent="0">
              <a:buNone/>
            </a:pPr>
            <a:endParaRPr lang="en-AU" sz="2000" dirty="0">
              <a:solidFill>
                <a:schemeClr val="bg1"/>
              </a:solidFill>
              <a:latin typeface="Montserrat" pitchFamily="2" charset="77"/>
            </a:endParaRPr>
          </a:p>
          <a:p>
            <a:pPr marL="0" indent="0">
              <a:buNone/>
            </a:pPr>
            <a:r>
              <a:rPr lang="en-AU" sz="2000" dirty="0">
                <a:solidFill>
                  <a:schemeClr val="bg1"/>
                </a:solidFill>
                <a:latin typeface="Montserrat" pitchFamily="2" charset="77"/>
              </a:rPr>
              <a:t>Hierarchical Task Analysis</a:t>
            </a:r>
          </a:p>
        </p:txBody>
      </p:sp>
    </p:spTree>
    <p:extLst>
      <p:ext uri="{BB962C8B-B14F-4D97-AF65-F5344CB8AC3E}">
        <p14:creationId xmlns:p14="http://schemas.microsoft.com/office/powerpoint/2010/main" val="38373691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Questions</a:t>
            </a:r>
          </a:p>
        </p:txBody>
      </p:sp>
    </p:spTree>
    <p:extLst>
      <p:ext uri="{BB962C8B-B14F-4D97-AF65-F5344CB8AC3E}">
        <p14:creationId xmlns:p14="http://schemas.microsoft.com/office/powerpoint/2010/main" val="1682753306"/>
      </p:ext>
    </p:extLst>
  </p:cSld>
  <p:clrMapOvr>
    <a:masterClrMapping/>
  </p:clrMapOvr>
</p:sld>
</file>

<file path=ppt/theme/theme1.xml><?xml version="1.0" encoding="utf-8"?>
<a:theme xmlns:a="http://schemas.openxmlformats.org/drawingml/2006/main" name="UOW theme">
  <a:themeElements>
    <a:clrScheme name="UOW Colours 2020">
      <a:dk1>
        <a:srgbClr val="000000"/>
      </a:dk1>
      <a:lt1>
        <a:srgbClr val="FFFFFF"/>
      </a:lt1>
      <a:dk2>
        <a:srgbClr val="A7A7A7"/>
      </a:dk2>
      <a:lt2>
        <a:srgbClr val="535353"/>
      </a:lt2>
      <a:accent1>
        <a:srgbClr val="ED0A00"/>
      </a:accent1>
      <a:accent2>
        <a:srgbClr val="0034FF"/>
      </a:accent2>
      <a:accent3>
        <a:srgbClr val="001641"/>
      </a:accent3>
      <a:accent4>
        <a:srgbClr val="8F8F8F"/>
      </a:accent4>
      <a:accent5>
        <a:srgbClr val="707070"/>
      </a:accent5>
      <a:accent6>
        <a:srgbClr val="6E6E6E"/>
      </a:accent6>
      <a:hlink>
        <a:srgbClr val="0000FF"/>
      </a:hlink>
      <a:folHlink>
        <a:srgbClr val="FF00FF"/>
      </a:folHlink>
    </a:clrScheme>
    <a:fontScheme name="UOW Fonts 2020">
      <a:majorFont>
        <a:latin typeface="Times New Roman"/>
        <a:ea typeface="Times New Roman"/>
        <a:cs typeface="Times New Roman"/>
      </a:majorFont>
      <a:minorFont>
        <a:latin typeface="Montserrat"/>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44000"/>
          </a:schemeClr>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ontserrat-Regular"/>
            <a:ea typeface="Montserrat-Regular"/>
            <a:cs typeface="Montserrat-Regular"/>
            <a:sym typeface="Montserrat-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ontserrat-Regular"/>
            <a:ea typeface="Montserrat-Regular"/>
            <a:cs typeface="Montserrat-Regular"/>
            <a:sym typeface="Montserrat-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SIT226_L01_PartA_2020" id="{D28205A8-123A-3641-BDC0-2369CB899EDA}" vid="{A9766A5E-4482-AE41-B4C8-A3C12B82268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2824</Words>
  <Application>Microsoft Macintosh PowerPoint</Application>
  <PresentationFormat>On-screen Show (16:9)</PresentationFormat>
  <Paragraphs>451</Paragraphs>
  <Slides>45</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Font Awesome 5 Free Solid</vt:lpstr>
      <vt:lpstr>Liberation Sans</vt:lpstr>
      <vt:lpstr>Montserrat</vt:lpstr>
      <vt:lpstr>Montserrat-Regular</vt:lpstr>
      <vt:lpstr>Times New Roman</vt:lpstr>
      <vt:lpstr>UOW theme</vt:lpstr>
      <vt:lpstr>Interaction Design and Development II: Requirements &amp; Beyond</vt:lpstr>
      <vt:lpstr>PowerPoint Presentation</vt:lpstr>
      <vt:lpstr>This Week</vt:lpstr>
      <vt:lpstr>Subject Description</vt:lpstr>
      <vt:lpstr>Subject Learning Outcomes (SLOs)</vt:lpstr>
      <vt:lpstr>Techniques for Data Gathering</vt:lpstr>
      <vt:lpstr>Quantitative and qualitative</vt:lpstr>
      <vt:lpstr>Use Case Description FOR DESCRIBING FUNCTIONAL REQUIREMENTS </vt:lpstr>
      <vt:lpstr>Consider CRUD</vt:lpstr>
      <vt:lpstr>FRUPS+ A WAY OF CATEGORISING REQUIREMENTS</vt:lpstr>
      <vt:lpstr>Remember: Importance of Involving Users</vt:lpstr>
      <vt:lpstr>PowerPoint Presentation</vt:lpstr>
      <vt:lpstr>Who are the users/stakeholders?</vt:lpstr>
      <vt:lpstr>What do we mean by the user’s ‘needs’? ALSO CONSIDER WHEN CONDUCTING INTERVIEWS</vt:lpstr>
      <vt:lpstr>Establishing requirements </vt:lpstr>
      <vt:lpstr>PowerPoint Presentation</vt:lpstr>
      <vt:lpstr>Levi’s Commuter Trucker Jacket with Jacquard by Google</vt:lpstr>
      <vt:lpstr>How to choose among alternatives</vt:lpstr>
      <vt:lpstr>Scenarios and Personas</vt:lpstr>
      <vt:lpstr>Scenarios</vt:lpstr>
      <vt:lpstr>Personas</vt:lpstr>
      <vt:lpstr>Example: NN/g</vt:lpstr>
      <vt:lpstr>Example: Xtensio</vt:lpstr>
      <vt:lpstr>Task descriptions</vt:lpstr>
      <vt:lpstr>Scenario for travel organizer</vt:lpstr>
      <vt:lpstr>Using scenarios</vt:lpstr>
      <vt:lpstr>Use case for travel organizer</vt:lpstr>
      <vt:lpstr>Alternative courses for travel organizer </vt:lpstr>
      <vt:lpstr>Different kinds of UI/UX requirements CONSIDER WITH FURPS+</vt:lpstr>
      <vt:lpstr>PowerPoint Presentation</vt:lpstr>
      <vt:lpstr>Style Guides (Branding Guidelines)</vt:lpstr>
      <vt:lpstr>Some Examples</vt:lpstr>
      <vt:lpstr>PowerPoint Presentation</vt:lpstr>
      <vt:lpstr>Card Sorting</vt:lpstr>
      <vt:lpstr>PowerPoint Presentation</vt:lpstr>
      <vt:lpstr>Hierarchical Task Analysis</vt:lpstr>
      <vt:lpstr>Example Hierarchical Task Analysis</vt:lpstr>
      <vt:lpstr>Example Hierarchical Task Analysis (GRAPHICAL)</vt:lpstr>
      <vt:lpstr>HTA Example</vt:lpstr>
      <vt:lpstr>Activity 1: Card Sort</vt:lpstr>
      <vt:lpstr>Activity 2: HTA – Borrow a known book</vt:lpstr>
      <vt:lpstr>Take Home Message…</vt:lpstr>
      <vt:lpstr>Additional Resources</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Interaction Design and Development II: Requirements &amp; Beyond</dc:title>
  <dc:creator>Mark Freeman</dc:creator>
  <cp:lastModifiedBy>Mark Freeman</cp:lastModifiedBy>
  <cp:revision>1</cp:revision>
  <dcterms:created xsi:type="dcterms:W3CDTF">2020-08-31T09:43:50Z</dcterms:created>
  <dcterms:modified xsi:type="dcterms:W3CDTF">2020-08-31T09:44:42Z</dcterms:modified>
</cp:coreProperties>
</file>